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"/>
  </p:notesMasterIdLst>
  <p:sldIdLst>
    <p:sldId id="304" r:id="rId2"/>
    <p:sldId id="308" r:id="rId3"/>
    <p:sldId id="309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765D9A-5B29-4FE0-BD4B-011D1141B641}">
  <a:tblStyle styleId="{19765D9A-5B29-4FE0-BD4B-011D1141B6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>
        <p:scale>
          <a:sx n="90" d="100"/>
          <a:sy n="90" d="100"/>
        </p:scale>
        <p:origin x="608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83BE690E-A8E1-4F39-93E0-6C6F611EAF9A}"/>
    <pc:docChg chg="undo custSel addSld delSld modSld">
      <pc:chgData name="Stefan Bildea" userId="14ee9846484ecb5c" providerId="LiveId" clId="{83BE690E-A8E1-4F39-93E0-6C6F611EAF9A}" dt="2021-10-20T06:41:23.697" v="561" actId="47"/>
      <pc:docMkLst>
        <pc:docMk/>
      </pc:docMkLst>
      <pc:sldChg chg="modSp mod modClrScheme chgLayout">
        <pc:chgData name="Stefan Bildea" userId="14ee9846484ecb5c" providerId="LiveId" clId="{83BE690E-A8E1-4F39-93E0-6C6F611EAF9A}" dt="2021-10-19T15:46:42.525" v="52" actId="20577"/>
        <pc:sldMkLst>
          <pc:docMk/>
          <pc:sldMk cId="0" sldId="256"/>
        </pc:sldMkLst>
        <pc:spChg chg="mod ord">
          <ac:chgData name="Stefan Bildea" userId="14ee9846484ecb5c" providerId="LiveId" clId="{83BE690E-A8E1-4F39-93E0-6C6F611EAF9A}" dt="2021-10-19T15:46:42.525" v="52" actId="20577"/>
          <ac:spMkLst>
            <pc:docMk/>
            <pc:sldMk cId="0" sldId="256"/>
            <ac:spMk id="6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5:52.405" v="2" actId="6549"/>
          <ac:spMkLst>
            <pc:docMk/>
            <pc:sldMk cId="0" sldId="256"/>
            <ac:spMk id="63" creationId="{00000000-0000-0000-0000-000000000000}"/>
          </ac:spMkLst>
        </pc:spChg>
      </pc:sldChg>
      <pc:sldChg chg="addSp delSp modSp del mod modClrScheme chgLayout">
        <pc:chgData name="Stefan Bildea" userId="14ee9846484ecb5c" providerId="LiveId" clId="{83BE690E-A8E1-4F39-93E0-6C6F611EAF9A}" dt="2021-10-19T16:13:13.958" v="471" actId="47"/>
        <pc:sldMkLst>
          <pc:docMk/>
          <pc:sldMk cId="0" sldId="257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7"/>
            <ac:spMk id="2" creationId="{DF82A4BA-82EC-4592-BA03-BCD947D16460}"/>
          </ac:spMkLst>
        </pc:spChg>
        <pc:spChg chg="add mod ord">
          <ac:chgData name="Stefan Bildea" userId="14ee9846484ecb5c" providerId="LiveId" clId="{83BE690E-A8E1-4F39-93E0-6C6F611EAF9A}" dt="2021-10-19T15:48:10.146" v="58" actId="14100"/>
          <ac:spMkLst>
            <pc:docMk/>
            <pc:sldMk cId="0" sldId="257"/>
            <ac:spMk id="3" creationId="{F3761CD9-DA74-464F-A062-ACD3836BD319}"/>
          </ac:spMkLst>
        </pc:spChg>
        <pc:spChg chg="mod ord">
          <ac:chgData name="Stefan Bildea" userId="14ee9846484ecb5c" providerId="LiveId" clId="{83BE690E-A8E1-4F39-93E0-6C6F611EAF9A}" dt="2021-10-19T15:47:53.527" v="55" actId="700"/>
          <ac:spMkLst>
            <pc:docMk/>
            <pc:sldMk cId="0" sldId="257"/>
            <ac:spMk id="6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8:05.354" v="56" actId="21"/>
          <ac:spMkLst>
            <pc:docMk/>
            <pc:sldMk cId="0" sldId="257"/>
            <ac:spMk id="69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3:23.787" v="473" actId="20577"/>
        <pc:sldMkLst>
          <pc:docMk/>
          <pc:sldMk cId="0" sldId="258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8"/>
            <ac:spMk id="2" creationId="{D973AC29-06DF-483D-A289-E6C35B92981B}"/>
          </ac:spMkLst>
        </pc:spChg>
        <pc:spChg chg="add del mod ord">
          <ac:chgData name="Stefan Bildea" userId="14ee9846484ecb5c" providerId="LiveId" clId="{83BE690E-A8E1-4F39-93E0-6C6F611EAF9A}" dt="2021-10-19T15:48:49.389" v="61" actId="700"/>
          <ac:spMkLst>
            <pc:docMk/>
            <pc:sldMk cId="0" sldId="258"/>
            <ac:spMk id="3" creationId="{954B0647-B943-4235-87D7-F80BB22F370D}"/>
          </ac:spMkLst>
        </pc:spChg>
        <pc:spChg chg="add del mod ord">
          <ac:chgData name="Stefan Bildea" userId="14ee9846484ecb5c" providerId="LiveId" clId="{83BE690E-A8E1-4F39-93E0-6C6F611EAF9A}" dt="2021-10-19T15:49:37.892" v="80" actId="478"/>
          <ac:spMkLst>
            <pc:docMk/>
            <pc:sldMk cId="0" sldId="258"/>
            <ac:spMk id="4" creationId="{01B5DAF2-46D7-4514-B54B-DA36F1329908}"/>
          </ac:spMkLst>
        </pc:spChg>
        <pc:spChg chg="mod ord">
          <ac:chgData name="Stefan Bildea" userId="14ee9846484ecb5c" providerId="LiveId" clId="{83BE690E-A8E1-4F39-93E0-6C6F611EAF9A}" dt="2021-10-19T16:13:18.125" v="472" actId="20577"/>
          <ac:spMkLst>
            <pc:docMk/>
            <pc:sldMk cId="0" sldId="258"/>
            <ac:spMk id="7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3:23.787" v="473" actId="20577"/>
          <ac:spMkLst>
            <pc:docMk/>
            <pc:sldMk cId="0" sldId="258"/>
            <ac:spMk id="76" creationId="{00000000-0000-0000-0000-000000000000}"/>
          </ac:spMkLst>
        </pc:spChg>
        <pc:spChg chg="add del mod ord">
          <ac:chgData name="Stefan Bildea" userId="14ee9846484ecb5c" providerId="LiveId" clId="{83BE690E-A8E1-4F39-93E0-6C6F611EAF9A}" dt="2021-10-19T15:49:01.380" v="62" actId="700"/>
          <ac:spMkLst>
            <pc:docMk/>
            <pc:sldMk cId="0" sldId="258"/>
            <ac:spMk id="77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49:50.268" v="82" actId="700"/>
        <pc:sldMkLst>
          <pc:docMk/>
          <pc:sldMk cId="0" sldId="259"/>
        </pc:sldMkLst>
        <pc:spChg chg="add 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2" creationId="{5300290A-F9C8-4CE1-B584-57806B169BC0}"/>
          </ac:spMkLst>
        </pc:spChg>
        <pc:spChg chg="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8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09.124" v="83" actId="700"/>
        <pc:sldMkLst>
          <pc:docMk/>
          <pc:sldMk cId="0" sldId="260"/>
        </pc:sldMkLst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33.948" v="84" actId="700"/>
        <pc:sldMkLst>
          <pc:docMk/>
          <pc:sldMk cId="0" sldId="261"/>
        </pc:sldMkLst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47.396" v="85" actId="700"/>
        <pc:sldMkLst>
          <pc:docMk/>
          <pc:sldMk cId="0" sldId="262"/>
        </pc:sldMkLst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1:21.774" v="87" actId="14100"/>
        <pc:sldMkLst>
          <pc:docMk/>
          <pc:sldMk cId="0" sldId="263"/>
        </pc:sldMkLst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3"/>
            <ac:spMk id="10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21.774" v="87" actId="14100"/>
          <ac:spMkLst>
            <pc:docMk/>
            <pc:sldMk cId="0" sldId="263"/>
            <ac:spMk id="108" creationId="{00000000-0000-0000-0000-000000000000}"/>
          </ac:spMkLst>
        </pc:spChg>
      </pc:sldChg>
      <pc:sldChg chg="modSp mod setBg modClrScheme chgLayout">
        <pc:chgData name="Stefan Bildea" userId="14ee9846484ecb5c" providerId="LiveId" clId="{83BE690E-A8E1-4F39-93E0-6C6F611EAF9A}" dt="2021-10-19T15:55:37.930" v="133" actId="1076"/>
        <pc:sldMkLst>
          <pc:docMk/>
          <pc:sldMk cId="0" sldId="264"/>
        </pc:sldMkLst>
        <pc:spChg chg="mod ord">
          <ac:chgData name="Stefan Bildea" userId="14ee9846484ecb5c" providerId="LiveId" clId="{83BE690E-A8E1-4F39-93E0-6C6F611EAF9A}" dt="2021-10-19T15:55:37.930" v="133" actId="1076"/>
          <ac:spMkLst>
            <pc:docMk/>
            <pc:sldMk cId="0" sldId="264"/>
            <ac:spMk id="1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2:56.774" v="123" actId="14100"/>
          <ac:spMkLst>
            <pc:docMk/>
            <pc:sldMk cId="0" sldId="264"/>
            <ac:spMk id="116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5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2" creationId="{1761E871-26BD-4E91-AD1E-0057C3251A72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6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2" creationId="{75444D6C-4672-437E-B59B-971AD595005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7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2" creationId="{63DEF153-2183-4FA8-943A-562F513D954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13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8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2" creationId="{4A3E9FDE-E414-45CC-84A5-487152EFAA3E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2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3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9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2" creationId="{22647864-D19F-4FE3-9EDB-A2C46C369308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0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1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70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2" creationId="{07D1FCEA-7DC9-4B0B-AE4F-442CEF2DA58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2:16.267" v="91" actId="6549"/>
        <pc:sldMkLst>
          <pc:docMk/>
          <pc:sldMk cId="0" sldId="271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1"/>
            <ac:spMk id="2" creationId="{82914EB1-FA4F-4107-9F39-5E7280AB7F83}"/>
          </ac:spMkLst>
        </pc:spChg>
        <pc:spChg chg="mod ord">
          <ac:chgData name="Stefan Bildea" userId="14ee9846484ecb5c" providerId="LiveId" clId="{83BE690E-A8E1-4F39-93E0-6C6F611EAF9A}" dt="2021-10-19T15:52:16.267" v="91" actId="6549"/>
          <ac:spMkLst>
            <pc:docMk/>
            <pc:sldMk cId="0" sldId="271"/>
            <ac:spMk id="16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2:20.222" v="92" actId="6549"/>
        <pc:sldMkLst>
          <pc:docMk/>
          <pc:sldMk cId="0" sldId="272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2" creationId="{5E79271B-7E6F-4720-8CE1-15EB5C5D19AF}"/>
          </ac:spMkLst>
        </pc:spChg>
        <pc:spChg chg="mod ord">
          <ac:chgData name="Stefan Bildea" userId="14ee9846484ecb5c" providerId="LiveId" clId="{83BE690E-A8E1-4F39-93E0-6C6F611EAF9A}" dt="2021-10-19T15:52:20.222" v="92" actId="6549"/>
          <ac:spMkLst>
            <pc:docMk/>
            <pc:sldMk cId="0" sldId="272"/>
            <ac:spMk id="17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17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7:52.590" v="550" actId="1076"/>
        <pc:sldMkLst>
          <pc:docMk/>
          <pc:sldMk cId="0" sldId="273"/>
        </pc:sldMkLst>
        <pc:spChg chg="mod ord">
          <ac:chgData name="Stefan Bildea" userId="14ee9846484ecb5c" providerId="LiveId" clId="{83BE690E-A8E1-4F39-93E0-6C6F611EAF9A}" dt="2021-10-19T16:14:14.051" v="475" actId="20577"/>
          <ac:spMkLst>
            <pc:docMk/>
            <pc:sldMk cId="0" sldId="273"/>
            <ac:spMk id="17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3"/>
            <ac:spMk id="179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2" creationId="{00000000-0000-0000-0000-000000000000}"/>
          </ac:spMkLst>
        </pc:spChg>
        <pc:spChg chg="add del 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3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4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5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6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8" creationId="{00000000-0000-0000-0000-000000000000}"/>
          </ac:spMkLst>
        </pc:spChg>
        <pc:grpChg chg="add mod">
          <ac:chgData name="Stefan Bildea" userId="14ee9846484ecb5c" providerId="LiveId" clId="{83BE690E-A8E1-4F39-93E0-6C6F611EAF9A}" dt="2021-10-19T16:17:52.590" v="550" actId="1076"/>
          <ac:grpSpMkLst>
            <pc:docMk/>
            <pc:sldMk cId="0" sldId="273"/>
            <ac:grpSpMk id="2" creationId="{1724F41F-8D02-4A5E-AA96-7D10482CDD8C}"/>
          </ac:grpSpMkLst>
        </pc:grpChg>
        <pc:picChg chg="mod">
          <ac:chgData name="Stefan Bildea" userId="14ee9846484ecb5c" providerId="LiveId" clId="{83BE690E-A8E1-4F39-93E0-6C6F611EAF9A}" dt="2021-10-19T16:17:43.765" v="548" actId="164"/>
          <ac:picMkLst>
            <pc:docMk/>
            <pc:sldMk cId="0" sldId="273"/>
            <ac:picMk id="181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8:18.792" v="552" actId="20577"/>
        <pc:sldMkLst>
          <pc:docMk/>
          <pc:sldMk cId="0" sldId="274"/>
        </pc:sldMkLst>
        <pc:spChg chg="mod ord">
          <ac:chgData name="Stefan Bildea" userId="14ee9846484ecb5c" providerId="LiveId" clId="{83BE690E-A8E1-4F39-93E0-6C6F611EAF9A}" dt="2021-10-19T16:14:31.487" v="476"/>
          <ac:spMkLst>
            <pc:docMk/>
            <pc:sldMk cId="0" sldId="274"/>
            <ac:spMk id="19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8:18.792" v="552" actId="20577"/>
          <ac:spMkLst>
            <pc:docMk/>
            <pc:sldMk cId="0" sldId="274"/>
            <ac:spMk id="19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4:36.161" v="477"/>
        <pc:sldMkLst>
          <pc:docMk/>
          <pc:sldMk cId="0" sldId="275"/>
        </pc:sldMkLst>
        <pc:spChg chg="mod ord">
          <ac:chgData name="Stefan Bildea" userId="14ee9846484ecb5c" providerId="LiveId" clId="{83BE690E-A8E1-4F39-93E0-6C6F611EAF9A}" dt="2021-10-19T16:14:36.161" v="477"/>
          <ac:spMkLst>
            <pc:docMk/>
            <pc:sldMk cId="0" sldId="275"/>
            <ac:spMk id="209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5"/>
            <ac:spMk id="210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5:57:24.967" v="134" actId="1076"/>
          <ac:picMkLst>
            <pc:docMk/>
            <pc:sldMk cId="0" sldId="275"/>
            <ac:picMk id="212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6:48.211" v="512" actId="14100"/>
        <pc:sldMkLst>
          <pc:docMk/>
          <pc:sldMk cId="0" sldId="276"/>
        </pc:sldMkLst>
        <pc:spChg chg="mod ord">
          <ac:chgData name="Stefan Bildea" userId="14ee9846484ecb5c" providerId="LiveId" clId="{83BE690E-A8E1-4F39-93E0-6C6F611EAF9A}" dt="2021-10-19T16:14:44.584" v="480"/>
          <ac:spMkLst>
            <pc:docMk/>
            <pc:sldMk cId="0" sldId="276"/>
            <ac:spMk id="21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6:48.211" v="512" actId="14100"/>
          <ac:spMkLst>
            <pc:docMk/>
            <pc:sldMk cId="0" sldId="276"/>
            <ac:spMk id="219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4.389" v="483" actId="47"/>
        <pc:sldMkLst>
          <pc:docMk/>
          <pc:sldMk cId="0" sldId="277"/>
        </pc:sldMkLst>
        <pc:spChg chg="mod ord">
          <ac:chgData name="Stefan Bildea" userId="14ee9846484ecb5c" providerId="LiveId" clId="{83BE690E-A8E1-4F39-93E0-6C6F611EAF9A}" dt="2021-10-19T16:14:50.432" v="481"/>
          <ac:spMkLst>
            <pc:docMk/>
            <pc:sldMk cId="0" sldId="277"/>
            <ac:spMk id="22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7"/>
            <ac:spMk id="226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6.019" v="484" actId="47"/>
        <pc:sldMkLst>
          <pc:docMk/>
          <pc:sldMk cId="0" sldId="278"/>
        </pc:sldMkLst>
        <pc:spChg chg="mod ord">
          <ac:chgData name="Stefan Bildea" userId="14ee9846484ecb5c" providerId="LiveId" clId="{83BE690E-A8E1-4F39-93E0-6C6F611EAF9A}" dt="2021-10-19T16:14:57.830" v="482"/>
          <ac:spMkLst>
            <pc:docMk/>
            <pc:sldMk cId="0" sldId="278"/>
            <ac:spMk id="23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8"/>
            <ac:spMk id="233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8:05.324" v="143" actId="20577"/>
        <pc:sldMkLst>
          <pc:docMk/>
          <pc:sldMk cId="0" sldId="279"/>
        </pc:sldMkLst>
        <pc:spChg chg="add mod ord">
          <ac:chgData name="Stefan Bildea" userId="14ee9846484ecb5c" providerId="LiveId" clId="{83BE690E-A8E1-4F39-93E0-6C6F611EAF9A}" dt="2021-10-19T15:57:41.539" v="135" actId="700"/>
          <ac:spMkLst>
            <pc:docMk/>
            <pc:sldMk cId="0" sldId="279"/>
            <ac:spMk id="2" creationId="{584DA310-0EF6-439D-AA41-61F34B161C81}"/>
          </ac:spMkLst>
        </pc:spChg>
        <pc:spChg chg="mod ord">
          <ac:chgData name="Stefan Bildea" userId="14ee9846484ecb5c" providerId="LiveId" clId="{83BE690E-A8E1-4F39-93E0-6C6F611EAF9A}" dt="2021-10-19T15:58:05.324" v="143" actId="20577"/>
          <ac:spMkLst>
            <pc:docMk/>
            <pc:sldMk cId="0" sldId="279"/>
            <ac:spMk id="24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0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6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7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1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9:38.016" v="146" actId="732"/>
        <pc:sldMkLst>
          <pc:docMk/>
          <pc:sldMk cId="0" sldId="282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4" creationId="{00000000-0000-0000-0000-000000000000}"/>
          </ac:spMkLst>
        </pc:spChg>
        <pc:picChg chg="mod modCrop">
          <ac:chgData name="Stefan Bildea" userId="14ee9846484ecb5c" providerId="LiveId" clId="{83BE690E-A8E1-4F39-93E0-6C6F611EAF9A}" dt="2021-10-19T15:59:38.016" v="146" actId="732"/>
          <ac:picMkLst>
            <pc:docMk/>
            <pc:sldMk cId="0" sldId="282"/>
            <ac:picMk id="266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3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4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0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5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1:56.568" v="157" actId="20577"/>
        <pc:sldMkLst>
          <pc:docMk/>
          <pc:sldMk cId="0" sldId="286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6"/>
            <ac:spMk id="2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1:56.568" v="157" actId="20577"/>
          <ac:spMkLst>
            <pc:docMk/>
            <pc:sldMk cId="0" sldId="286"/>
            <ac:spMk id="2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2:30.568" v="164" actId="20577"/>
        <pc:sldMkLst>
          <pc:docMk/>
          <pc:sldMk cId="0" sldId="287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7"/>
            <ac:spMk id="3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2:30.568" v="164" actId="20577"/>
          <ac:spMkLst>
            <pc:docMk/>
            <pc:sldMk cId="0" sldId="287"/>
            <ac:spMk id="3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9:04.400" v="432" actId="20577"/>
        <pc:sldMkLst>
          <pc:docMk/>
          <pc:sldMk cId="0" sldId="288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8"/>
            <ac:spMk id="30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04.400" v="432" actId="20577"/>
          <ac:spMkLst>
            <pc:docMk/>
            <pc:sldMk cId="0" sldId="288"/>
            <ac:spMk id="309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02:53.783" v="166" actId="1076"/>
          <ac:picMkLst>
            <pc:docMk/>
            <pc:sldMk cId="0" sldId="288"/>
            <ac:picMk id="310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0:26.315" v="457" actId="20577"/>
        <pc:sldMkLst>
          <pc:docMk/>
          <pc:sldMk cId="0" sldId="289"/>
        </pc:sldMkLst>
        <pc:spChg chg="mod ord">
          <ac:chgData name="Stefan Bildea" userId="14ee9846484ecb5c" providerId="LiveId" clId="{83BE690E-A8E1-4F39-93E0-6C6F611EAF9A}" dt="2021-10-19T16:10:26.315" v="457" actId="20577"/>
          <ac:spMkLst>
            <pc:docMk/>
            <pc:sldMk cId="0" sldId="289"/>
            <ac:spMk id="3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26.476" v="435" actId="20577"/>
          <ac:spMkLst>
            <pc:docMk/>
            <pc:sldMk cId="0" sldId="289"/>
            <ac:spMk id="31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0:03.999" v="453" actId="1076"/>
          <ac:spMkLst>
            <pc:docMk/>
            <pc:sldMk cId="0" sldId="289"/>
            <ac:spMk id="318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10:03.999" v="453" actId="1076"/>
          <ac:picMkLst>
            <pc:docMk/>
            <pc:sldMk cId="0" sldId="289"/>
            <ac:picMk id="316" creationId="{00000000-0000-0000-0000-000000000000}"/>
          </ac:picMkLst>
        </pc:picChg>
      </pc:sldChg>
      <pc:sldChg chg="addSp modSp mod modClrScheme chgLayout">
        <pc:chgData name="Stefan Bildea" userId="14ee9846484ecb5c" providerId="LiveId" clId="{83BE690E-A8E1-4F39-93E0-6C6F611EAF9A}" dt="2021-10-19T16:10:37.108" v="458" actId="700"/>
        <pc:sldMkLst>
          <pc:docMk/>
          <pc:sldMk cId="0" sldId="290"/>
        </pc:sldMkLst>
        <pc:spChg chg="add 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2" creationId="{4C99618C-6A04-4239-B455-C2AE23F41B90}"/>
          </ac:spMkLst>
        </pc:spChg>
        <pc:spChg chg="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32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1:46.887" v="470" actId="108"/>
        <pc:sldMkLst>
          <pc:docMk/>
          <pc:sldMk cId="0" sldId="292"/>
        </pc:sldMkLst>
        <pc:spChg chg="mod ord">
          <ac:chgData name="Stefan Bildea" userId="14ee9846484ecb5c" providerId="LiveId" clId="{83BE690E-A8E1-4F39-93E0-6C6F611EAF9A}" dt="2021-10-19T16:11:00.411" v="459" actId="700"/>
          <ac:spMkLst>
            <pc:docMk/>
            <pc:sldMk cId="0" sldId="292"/>
            <ac:spMk id="33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1:46.887" v="470" actId="108"/>
          <ac:spMkLst>
            <pc:docMk/>
            <pc:sldMk cId="0" sldId="292"/>
            <ac:spMk id="334" creationId="{00000000-0000-0000-0000-000000000000}"/>
          </ac:spMkLst>
        </pc:spChg>
      </pc:sldChg>
      <pc:sldChg chg="addSp delSp modSp new del mod">
        <pc:chgData name="Stefan Bildea" userId="14ee9846484ecb5c" providerId="LiveId" clId="{83BE690E-A8E1-4F39-93E0-6C6F611EAF9A}" dt="2021-10-20T06:41:23.697" v="561" actId="47"/>
        <pc:sldMkLst>
          <pc:docMk/>
          <pc:sldMk cId="3865377911" sldId="293"/>
        </pc:sldMkLst>
        <pc:spChg chg="add del">
          <ac:chgData name="Stefan Bildea" userId="14ee9846484ecb5c" providerId="LiveId" clId="{83BE690E-A8E1-4F39-93E0-6C6F611EAF9A}" dt="2021-10-20T06:37:21.974" v="555" actId="22"/>
          <ac:spMkLst>
            <pc:docMk/>
            <pc:sldMk cId="3865377911" sldId="293"/>
            <ac:spMk id="5" creationId="{A4C2D493-EDE7-4E89-BC22-B5C10AF8000E}"/>
          </ac:spMkLst>
        </pc:spChg>
        <pc:picChg chg="add del mod modCrop">
          <ac:chgData name="Stefan Bildea" userId="14ee9846484ecb5c" providerId="LiveId" clId="{83BE690E-A8E1-4F39-93E0-6C6F611EAF9A}" dt="2021-10-20T06:41:18.330" v="560" actId="478"/>
          <ac:picMkLst>
            <pc:docMk/>
            <pc:sldMk cId="3865377911" sldId="293"/>
            <ac:picMk id="6" creationId="{5025B73A-7446-4A15-91AD-C4E8D3EB9BD9}"/>
          </ac:picMkLst>
        </pc:picChg>
      </pc:sldChg>
    </pc:docChg>
  </pc:docChgLst>
  <pc:docChgLst>
    <pc:chgData name="Stefan Bildea" userId="14ee9846484ecb5c" providerId="LiveId" clId="{19FDC352-C7B3-459B-8AF4-51EC65A8DE48}"/>
    <pc:docChg chg="modSld">
      <pc:chgData name="Stefan Bildea" userId="14ee9846484ecb5c" providerId="LiveId" clId="{19FDC352-C7B3-459B-8AF4-51EC65A8DE48}" dt="2024-10-06T11:13:48.770" v="11" actId="13926"/>
      <pc:docMkLst>
        <pc:docMk/>
      </pc:docMkLst>
      <pc:sldChg chg="modSp mod">
        <pc:chgData name="Stefan Bildea" userId="14ee9846484ecb5c" providerId="LiveId" clId="{19FDC352-C7B3-459B-8AF4-51EC65A8DE48}" dt="2024-10-06T11:11:54.527" v="1" actId="20577"/>
        <pc:sldMkLst>
          <pc:docMk/>
          <pc:sldMk cId="0" sldId="256"/>
        </pc:sldMkLst>
        <pc:spChg chg="mod">
          <ac:chgData name="Stefan Bildea" userId="14ee9846484ecb5c" providerId="LiveId" clId="{19FDC352-C7B3-459B-8AF4-51EC65A8DE48}" dt="2024-10-06T11:11:54.527" v="1" actId="20577"/>
          <ac:spMkLst>
            <pc:docMk/>
            <pc:sldMk cId="0" sldId="256"/>
            <ac:spMk id="63" creationId="{00000000-0000-0000-0000-000000000000}"/>
          </ac:spMkLst>
        </pc:spChg>
      </pc:sldChg>
      <pc:sldChg chg="modSp mod">
        <pc:chgData name="Stefan Bildea" userId="14ee9846484ecb5c" providerId="LiveId" clId="{19FDC352-C7B3-459B-8AF4-51EC65A8DE48}" dt="2024-10-06T11:13:48.770" v="11" actId="13926"/>
        <pc:sldMkLst>
          <pc:docMk/>
          <pc:sldMk cId="1980379935" sldId="308"/>
        </pc:sldMkLst>
        <pc:spChg chg="mod">
          <ac:chgData name="Stefan Bildea" userId="14ee9846484ecb5c" providerId="LiveId" clId="{19FDC352-C7B3-459B-8AF4-51EC65A8DE48}" dt="2024-10-06T11:13:48.770" v="11" actId="13926"/>
          <ac:spMkLst>
            <pc:docMk/>
            <pc:sldMk cId="1980379935" sldId="308"/>
            <ac:spMk id="3" creationId="{BE040A14-ABCB-6E15-1DC9-3CAD1FFDEFC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C7293843-128C-4D2B-A103-9DA2C2C9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5568" y="3938020"/>
            <a:ext cx="1941394" cy="10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0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FE184C9-9BA9-4964-9353-EED79D9D0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3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6CE7D4D5-31B5-4ABD-90BD-C83C47DA76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8449" y="3500728"/>
            <a:ext cx="1371380" cy="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4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61C6F62-48BD-4DB9-9BD5-838E597A8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2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94DFD41-4391-433D-8899-002824FDE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3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7108B6D-DAC9-4BD3-87CB-9BD75FAAB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0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1319771-AF7C-4669-99A2-265F52023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0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0BE1DC0-2928-45ED-8EAB-71B3914A8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AD7E8F7-2B81-4172-BD37-3FDB853E2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554B6C4-1F10-4A65-872F-011A6AF43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6B35E48-9C0D-4BC2-B9D1-9422CDD4D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157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85FC70C-D76D-0AA4-8609-28302102026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7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CC1A-823B-F644-300D-4CC0E45F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Codificarea numerică a variabilelor categoriale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0A14-ABCB-6E15-1DC9-3CAD1FFD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ro-RO" dirty="0"/>
              <a:t>Modelele statistice nu procesează decât numere</a:t>
            </a:r>
          </a:p>
          <a:p>
            <a:pPr lvl="1"/>
            <a:r>
              <a:rPr lang="ro-RO" dirty="0"/>
              <a:t>Orice atribut categorial – geografice, culori, caracteristici – trebuie codificat</a:t>
            </a:r>
          </a:p>
          <a:p>
            <a:pPr lvl="1"/>
            <a:endParaRPr lang="ro-RO" dirty="0"/>
          </a:p>
          <a:p>
            <a:pPr marL="342900" lvl="1" indent="0">
              <a:buNone/>
            </a:pP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r>
              <a:rPr lang="ro-RO" dirty="0"/>
              <a:t>Cum alegem o codifcare nepărtinitoare și care să nu fie aleatoare?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0E58F9-F145-7C1A-6678-A63DC4CC2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388285"/>
              </p:ext>
            </p:extLst>
          </p:nvPr>
        </p:nvGraphicFramePr>
        <p:xfrm>
          <a:off x="1516912" y="2313317"/>
          <a:ext cx="1244699" cy="1005840"/>
        </p:xfrm>
        <a:graphic>
          <a:graphicData uri="http://schemas.openxmlformats.org/drawingml/2006/table">
            <a:tbl>
              <a:tblPr firstRow="1" bandRow="1">
                <a:tableStyleId>{19765D9A-5B29-4FE0-BD4B-011D1141B641}</a:tableStyleId>
              </a:tblPr>
              <a:tblGrid>
                <a:gridCol w="1244699">
                  <a:extLst>
                    <a:ext uri="{9D8B030D-6E8A-4147-A177-3AD203B41FA5}">
                      <a16:colId xmlns:a16="http://schemas.microsoft.com/office/drawing/2014/main" val="1735651405"/>
                    </a:ext>
                  </a:extLst>
                </a:gridCol>
              </a:tblGrid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Culoare mașină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88807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Alb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7060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Albastru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3116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Roșu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07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986EFB-C150-DCEC-6606-A4F8D0C1A9D1}"/>
              </a:ext>
            </a:extLst>
          </p:cNvPr>
          <p:cNvGraphicFramePr>
            <a:graphicFrameLocks noGrp="1"/>
          </p:cNvGraphicFramePr>
          <p:nvPr/>
        </p:nvGraphicFramePr>
        <p:xfrm>
          <a:off x="2950832" y="2313317"/>
          <a:ext cx="1233520" cy="1005840"/>
        </p:xfrm>
        <a:graphic>
          <a:graphicData uri="http://schemas.openxmlformats.org/drawingml/2006/table">
            <a:tbl>
              <a:tblPr firstRow="1" bandRow="1">
                <a:tableStyleId>{19765D9A-5B29-4FE0-BD4B-011D1141B641}</a:tableStyleId>
              </a:tblPr>
              <a:tblGrid>
                <a:gridCol w="1233520">
                  <a:extLst>
                    <a:ext uri="{9D8B030D-6E8A-4147-A177-3AD203B41FA5}">
                      <a16:colId xmlns:a16="http://schemas.microsoft.com/office/drawing/2014/main" val="1735651405"/>
                    </a:ext>
                  </a:extLst>
                </a:gridCol>
              </a:tblGrid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Codificare 1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88807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0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7060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1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3116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2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078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C65D75-184C-3273-068B-3459CD6ED672}"/>
              </a:ext>
            </a:extLst>
          </p:cNvPr>
          <p:cNvGraphicFramePr>
            <a:graphicFrameLocks noGrp="1"/>
          </p:cNvGraphicFramePr>
          <p:nvPr/>
        </p:nvGraphicFramePr>
        <p:xfrm>
          <a:off x="4310350" y="2313317"/>
          <a:ext cx="1233520" cy="1005840"/>
        </p:xfrm>
        <a:graphic>
          <a:graphicData uri="http://schemas.openxmlformats.org/drawingml/2006/table">
            <a:tbl>
              <a:tblPr firstRow="1" bandRow="1">
                <a:tableStyleId>{19765D9A-5B29-4FE0-BD4B-011D1141B641}</a:tableStyleId>
              </a:tblPr>
              <a:tblGrid>
                <a:gridCol w="1233520">
                  <a:extLst>
                    <a:ext uri="{9D8B030D-6E8A-4147-A177-3AD203B41FA5}">
                      <a16:colId xmlns:a16="http://schemas.microsoft.com/office/drawing/2014/main" val="1735651405"/>
                    </a:ext>
                  </a:extLst>
                </a:gridCol>
              </a:tblGrid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Codificare 2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88807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1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7060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0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3116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2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078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FF86D5-3EBC-C773-69DE-CC559AD640C0}"/>
              </a:ext>
            </a:extLst>
          </p:cNvPr>
          <p:cNvGraphicFramePr>
            <a:graphicFrameLocks noGrp="1"/>
          </p:cNvGraphicFramePr>
          <p:nvPr/>
        </p:nvGraphicFramePr>
        <p:xfrm>
          <a:off x="5699529" y="2313317"/>
          <a:ext cx="1554301" cy="1005840"/>
        </p:xfrm>
        <a:graphic>
          <a:graphicData uri="http://schemas.openxmlformats.org/drawingml/2006/table">
            <a:tbl>
              <a:tblPr firstRow="1" bandRow="1">
                <a:tableStyleId>{19765D9A-5B29-4FE0-BD4B-011D1141B641}</a:tableStyleId>
              </a:tblPr>
              <a:tblGrid>
                <a:gridCol w="1554301">
                  <a:extLst>
                    <a:ext uri="{9D8B030D-6E8A-4147-A177-3AD203B41FA5}">
                      <a16:colId xmlns:a16="http://schemas.microsoft.com/office/drawing/2014/main" val="1735651405"/>
                    </a:ext>
                  </a:extLst>
                </a:gridCol>
              </a:tblGrid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Codifcare oareacare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88807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7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7060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-1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3116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2013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0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37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CC1A-823B-F644-300D-4CC0E45F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Codificarea numerică a variabilelor categoriale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0A14-ABCB-6E15-1DC9-3CAD1FFD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ONE HOT ENCODING – codificare nepărtinitoare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r>
              <a:rPr lang="ro-RO" dirty="0"/>
              <a:t>Alb = (1,0,0), Albastru = (0,1,0), Roșu = (0,0,1)</a:t>
            </a:r>
          </a:p>
          <a:p>
            <a:pPr lvl="1"/>
            <a:r>
              <a:rPr lang="ro-RO" dirty="0"/>
              <a:t>Dezavantaj: în loc de o coloană vom avea 3 (=numărul de valori distincte pentru culoare); în plus toate culorile noi vor avea vectorul (0,0,0) care nu apare la antrenament.</a:t>
            </a:r>
          </a:p>
          <a:p>
            <a:pPr lvl="1"/>
            <a:r>
              <a:rPr lang="ro-RO" dirty="0"/>
              <a:t>Pentru un atribut cu </a:t>
            </a:r>
            <a:r>
              <a:rPr lang="ro-RO" i="1" dirty="0"/>
              <a:t>n</a:t>
            </a:r>
            <a:r>
              <a:rPr lang="ro-RO" dirty="0"/>
              <a:t> valori distincte vom construi </a:t>
            </a:r>
            <a:r>
              <a:rPr lang="ro-RO" i="1" dirty="0"/>
              <a:t>n</a:t>
            </a:r>
            <a:r>
              <a:rPr lang="ro-RO" dirty="0"/>
              <a:t> coloane</a:t>
            </a:r>
          </a:p>
          <a:p>
            <a:pPr lvl="1"/>
            <a:r>
              <a:rPr lang="en-US" dirty="0"/>
              <a:t>ATENTIE: </a:t>
            </a:r>
            <a:r>
              <a:rPr lang="ro-RO" dirty="0">
                <a:highlight>
                  <a:srgbClr val="FFFF00"/>
                </a:highlight>
              </a:rPr>
              <a:t>Numărul de coloane va crește rapid</a:t>
            </a:r>
            <a:r>
              <a:rPr lang="ro-RO" dirty="0"/>
              <a:t> dacă sunt prezente mai multe variabile categoriale cu multe valori distincte fiecare</a:t>
            </a:r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0E58F9-F145-7C1A-6678-A63DC4CC2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744760"/>
              </p:ext>
            </p:extLst>
          </p:nvPr>
        </p:nvGraphicFramePr>
        <p:xfrm>
          <a:off x="1528091" y="1861081"/>
          <a:ext cx="1233520" cy="1005840"/>
        </p:xfrm>
        <a:graphic>
          <a:graphicData uri="http://schemas.openxmlformats.org/drawingml/2006/table">
            <a:tbl>
              <a:tblPr firstRow="1" bandRow="1">
                <a:tableStyleId>{19765D9A-5B29-4FE0-BD4B-011D1141B641}</a:tableStyleId>
              </a:tblPr>
              <a:tblGrid>
                <a:gridCol w="1233520">
                  <a:extLst>
                    <a:ext uri="{9D8B030D-6E8A-4147-A177-3AD203B41FA5}">
                      <a16:colId xmlns:a16="http://schemas.microsoft.com/office/drawing/2014/main" val="1735651405"/>
                    </a:ext>
                  </a:extLst>
                </a:gridCol>
              </a:tblGrid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Culoare mașină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88807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Alb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7060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Albastru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3116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Roșu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07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986EFB-C150-DCEC-6606-A4F8D0C1A9D1}"/>
              </a:ext>
            </a:extLst>
          </p:cNvPr>
          <p:cNvGraphicFramePr>
            <a:graphicFrameLocks noGrp="1"/>
          </p:cNvGraphicFramePr>
          <p:nvPr/>
        </p:nvGraphicFramePr>
        <p:xfrm>
          <a:off x="4399142" y="1846905"/>
          <a:ext cx="3431559" cy="1005840"/>
        </p:xfrm>
        <a:graphic>
          <a:graphicData uri="http://schemas.openxmlformats.org/drawingml/2006/table">
            <a:tbl>
              <a:tblPr firstRow="1" bandRow="1">
                <a:tableStyleId>{19765D9A-5B29-4FE0-BD4B-011D1141B641}</a:tableStyleId>
              </a:tblPr>
              <a:tblGrid>
                <a:gridCol w="1143852">
                  <a:extLst>
                    <a:ext uri="{9D8B030D-6E8A-4147-A177-3AD203B41FA5}">
                      <a16:colId xmlns:a16="http://schemas.microsoft.com/office/drawing/2014/main" val="1735651405"/>
                    </a:ext>
                  </a:extLst>
                </a:gridCol>
                <a:gridCol w="1201473">
                  <a:extLst>
                    <a:ext uri="{9D8B030D-6E8A-4147-A177-3AD203B41FA5}">
                      <a16:colId xmlns:a16="http://schemas.microsoft.com/office/drawing/2014/main" val="3592497874"/>
                    </a:ext>
                  </a:extLst>
                </a:gridCol>
                <a:gridCol w="1086234">
                  <a:extLst>
                    <a:ext uri="{9D8B030D-6E8A-4147-A177-3AD203B41FA5}">
                      <a16:colId xmlns:a16="http://schemas.microsoft.com/office/drawing/2014/main" val="547345336"/>
                    </a:ext>
                  </a:extLst>
                </a:gridCol>
              </a:tblGrid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Culoare_Alb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050" dirty="0"/>
                        <a:t>Culoare_Abastru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050" dirty="0"/>
                        <a:t>Culoare_Roșu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88807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1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050" dirty="0"/>
                        <a:t>0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050" dirty="0"/>
                        <a:t>0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7060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0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050" dirty="0"/>
                        <a:t>1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050" dirty="0"/>
                        <a:t>0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31160"/>
                  </a:ext>
                </a:extLst>
              </a:tr>
              <a:tr h="177436">
                <a:tc>
                  <a:txBody>
                    <a:bodyPr/>
                    <a:lstStyle/>
                    <a:p>
                      <a:r>
                        <a:rPr lang="ro-RO" sz="1050" dirty="0"/>
                        <a:t>0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050" dirty="0"/>
                        <a:t>0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050" dirty="0"/>
                        <a:t>1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80783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4FBF5F-DA95-5BC3-D3F6-CFF1A1F1DBED}"/>
              </a:ext>
            </a:extLst>
          </p:cNvPr>
          <p:cNvCxnSpPr/>
          <p:nvPr/>
        </p:nvCxnSpPr>
        <p:spPr>
          <a:xfrm>
            <a:off x="2927307" y="2349825"/>
            <a:ext cx="1288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37993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Atenție: codificarea fără scurgeri de informație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Codificatorul învață din date lista categoriilor existente</a:t>
            </a:r>
          </a:p>
          <a:p>
            <a:pPr/>
            <a:r>
              <a:rPr sz="2000"/>
              <a:t>Împărțiți întâi train/test, apoi fit pe train și transform pe train și test</a:t>
            </a:r>
          </a:p>
          <a:p>
            <a:pPr/>
            <a:r>
              <a:rPr sz="2000"/>
              <a:t>O categorie care apare doar în test nu are coloană: OneHotEncoder(handle_unknown="ignore") o codifică cu (0,0,0)</a:t>
            </a:r>
          </a:p>
          <a:p>
            <a:pPr/>
            <a:r>
              <a:rPr sz="2000"/>
              <a:t>pd.get_dummies pe tot setul înainte de împărțire merge pentru explorare, dar nu pentru un model evaluat pe date noi</a:t>
            </a:r>
          </a:p>
          <a:p>
            <a:pPr/>
            <a:r>
              <a:rPr sz="2000"/>
              <a:t>Variabile cu multe niveluri: reduceți numărul de niveluri (grupați categoriile rare) înainte de codificare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171</Words>
  <Application>Microsoft Office PowerPoint</Application>
  <PresentationFormat>On-screen Show (16:9)</PresentationFormat>
  <Paragraphs>53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Arial</vt:lpstr>
      <vt:lpstr>Calibri Light</vt:lpstr>
      <vt:lpstr>office theme</vt:lpstr>
      <vt:lpstr>Codificarea numerică a variabilelor categoriale</vt:lpstr>
      <vt:lpstr>Codificarea numerică a variabilelor categoriale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4</dc:title>
  <dc:creator>Stefan Bildea</dc:creator>
  <cp:lastModifiedBy>Stefan Bildea</cp:lastModifiedBy>
  <cp:revision>17</cp:revision>
  <cp:lastPrinted>2024-10-06T11:12:11Z</cp:lastPrinted>
  <dcterms:modified xsi:type="dcterms:W3CDTF">2026-10-24T17:36:02Z</dcterms:modified>
</cp:coreProperties>
</file>