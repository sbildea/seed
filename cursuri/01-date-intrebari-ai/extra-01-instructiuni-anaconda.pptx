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6" r:id="rId7"/>
    <p:sldId id="268" r:id="rId8"/>
    <p:sldId id="269" r:id="rId9"/>
    <p:sldId id="270" r:id="rId10"/>
    <p:sldId id="267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37CCA4-23A8-4B7D-B766-F578BBF84677}" v="2" dt="2026-10-07T15:18:52.5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Bildea" userId="14ee9846484ecb5c" providerId="LiveId" clId="{44190A50-DAC9-4FDC-BF86-75F4E4CD1A46}"/>
    <pc:docChg chg="modSld">
      <pc:chgData name="Stefan Bildea" userId="14ee9846484ecb5c" providerId="LiveId" clId="{44190A50-DAC9-4FDC-BF86-75F4E4CD1A46}" dt="2026-10-07T15:18:52.574" v="8"/>
      <pc:docMkLst>
        <pc:docMk/>
      </pc:docMkLst>
      <pc:sldChg chg="modSp mod">
        <pc:chgData name="Stefan Bildea" userId="14ee9846484ecb5c" providerId="LiveId" clId="{44190A50-DAC9-4FDC-BF86-75F4E4CD1A46}" dt="2026-10-07T15:17:10.512" v="4" actId="20577"/>
        <pc:sldMkLst>
          <pc:docMk/>
          <pc:sldMk cId="0" sldId="257"/>
        </pc:sldMkLst>
        <pc:spChg chg="mod">
          <ac:chgData name="Stefan Bildea" userId="14ee9846484ecb5c" providerId="LiveId" clId="{44190A50-DAC9-4FDC-BF86-75F4E4CD1A46}" dt="2026-10-07T15:17:10.512" v="4" actId="20577"/>
          <ac:spMkLst>
            <pc:docMk/>
            <pc:sldMk cId="0" sldId="257"/>
            <ac:spMk id="62" creationId="{00000000-0000-0000-0000-000000000000}"/>
          </ac:spMkLst>
        </pc:spChg>
      </pc:sldChg>
      <pc:sldChg chg="modSp mod">
        <pc:chgData name="Stefan Bildea" userId="14ee9846484ecb5c" providerId="LiveId" clId="{44190A50-DAC9-4FDC-BF86-75F4E4CD1A46}" dt="2026-10-07T15:18:52.574" v="8"/>
        <pc:sldMkLst>
          <pc:docMk/>
          <pc:sldMk cId="38135378" sldId="260"/>
        </pc:sldMkLst>
        <pc:spChg chg="mod">
          <ac:chgData name="Stefan Bildea" userId="14ee9846484ecb5c" providerId="LiveId" clId="{44190A50-DAC9-4FDC-BF86-75F4E4CD1A46}" dt="2026-10-07T15:18:52.574" v="8"/>
          <ac:spMkLst>
            <pc:docMk/>
            <pc:sldMk cId="38135378" sldId="260"/>
            <ac:spMk id="5" creationId="{2C0B1D11-5073-024F-6E01-07A5ACB903DF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6T08:15:40.928"/>
    </inkml:context>
    <inkml:brush xml:id="br0">
      <inkml:brushProperty name="width" value="0.4" units="cm"/>
      <inkml:brushProperty name="height" value="0.8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3950 153,'-170'-7,"-202"-34,345 37,-1347-95,1261 97,-551 7,607-2,1 3,-104 24,123-19,0 1,1 2,0 1,1 2,-34 22,-1 9,3 3,2 3,3 2,2 3,2 3,3 3,4 1,-69 115,105-154,2 0,1 0,0 1,3 1,0-1,2 2,-5 31,6 4,2 0,6 77,0-15,-1-43,3-1,24 138,-5-128,5-1,3-2,56 113,168 247,-65-168,11-10,326 341,-520-605,592 590,-465-478,6-6,262 165,-344-246,1-2,1-2,2-3,1-3,1-3,94 18,261 22,427 5,711-80,733-5,-1489 23,-752-3,83 0,182-21,445-141,-758 161,216-56,-4-10,320-147,-478 188,-2-2,-1-3,82-65,-113 80,-2-2,0 0,-1-2,-1 0,-1-1,0 0,-2-1,-1-1,0 0,-2-1,10-29,-9 6,-1 0,-3 0,-2-1,1-49,-12-199,1 193,-10-487,12 519,-3 0,-3 0,-3 1,-3 1,-25-73,18 85,-1 0,-4 1,-2 1,-2 2,-2 1,-49-59,0 15,-5 4,-4 4,-4 3,-3 5,-4 4,-160-92,121 92,-4 6,-178-60,247 106,-145-24,-83 9,136 20,-535-59,248 29,32-15,-71-6,-399 45,537 24,-181-36,223 9,236 18,-107-26,63 11,-384-48,322 50,-106-24,176 27,19 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6T08:25:58.266"/>
    </inkml:context>
    <inkml:brush xml:id="br0">
      <inkml:brushProperty name="width" value="0.4" units="cm"/>
      <inkml:brushProperty name="height" value="0.8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1357 0,'-3'2,"-1"0,1 0,0 0,-1-1,0 1,1-1,-1 0,0 0,0-1,1 1,-1-1,-6 0,-2 2,-468 11,334-15,52 0,41 0,0 1,-80 12,121-9,0 1,0 0,0 1,0 0,1 1,0 1,0-1,1 2,-19 13,16-8,0 0,0 1,2 0,-1 1,2 0,-12 20,6-3,0 2,3 0,0 0,2 1,2 1,-7 46,9-21,3 0,2-1,8 81,-2-113,0 0,2 0,1 0,1-1,1 0,1-1,23 40,-8-24,1 0,1-3,55 59,-48-64,1-1,2-1,1-2,1-2,58 30,224 91,-275-129,214 81,418 104,-582-185,0-4,177 5,-185-12,0 4,132 35,-160-33,8-2,0-4,0-3,103-4,-102-2,79-2,0-6,-1-6,168-40,-295 51,0-1,0-1,-1-1,0-1,30-16,-42 20,-1-1,1 0,-1-1,0 1,0-1,-1 0,0-1,0 1,0-1,-1 0,0 0,0-1,-1 1,0-1,0 1,3-15,1-26,-1 0,-3 0,-4-74,0 55,1-58,-11-237,9 345,0 1,-1-1,0 1,-2 0,0 0,0 0,-2 1,0 0,0 0,-1 1,-1-1,-1 2,-14-17,-5 1,-2 0,-1 3,-1 0,-2 2,0 2,-1 1,-42-17,-19-2,-164-44,-184-33,303 87,-168-14,121 39,-7-2,89-3,-448-24,410 35,117-1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6T08:26:56.200"/>
    </inkml:context>
    <inkml:brush xml:id="br0">
      <inkml:brushProperty name="width" value="0.4" units="cm"/>
      <inkml:brushProperty name="height" value="0.8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1298 85,'-109'4,"1"4,0 5,1 4,-175 53,218-52,-150 50,175-54,1 3,0 0,-46 32,78-45,-1 1,1 0,0 0,0 0,1 1,0 0,0 0,0 0,0 1,1-1,0 1,1 0,0 1,0-1,-3 12,2 3,1 0,1 0,0 0,3 25,-1-22,-9 131,0 9,10-143,0 0,2 0,0 0,1 0,11 30,0-15,1-1,1 0,3-1,1-1,1 0,32 35,-15-25,2-2,1-3,80 59,-74-66,1-2,2-2,1-2,0-3,2-2,1-2,0-3,1-2,102 12,-92-18,0 3,-1 3,88 31,-101-30,2-2,0-2,102 6,165-15,-177-5,-121 4,-15-1,1 1,0-1,0 0,0-1,0 0,-1-1,1 0,0 0,-1-1,0 0,13-6,45-31,114-73,-148 90,-1-1,-1-1,37-42,-48 42,0-1,-2-1,-1 0,-1-2,18-50,-19 38,-2 0,-1-2,-2 1,-3-1,2-48,-11-218,1 282,-2 1,-1-1,0 1,-14-34,-46-99,49 128,-1 0,-2 1,0 2,-2 0,-2 1,0 1,-2 1,0 1,-2 1,-1 1,0 2,-45-24,54 35,0 1,0 0,-1 2,-29-6,-83-8,11 3,-218-66,316 77,-1 1,1 1,-43-1,-74 6,53 2,49-3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6T08:29:24.282"/>
    </inkml:context>
    <inkml:brush xml:id="br0">
      <inkml:brushProperty name="width" value="0.4" units="cm"/>
      <inkml:brushProperty name="height" value="0.8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1563,'5'6,"0"0,-1 0,0 1,0 0,0 0,2 8,5 7,137 283,-120-245,2 9,-20-42,2-1,0 0,2-1,22 32,-34-55,0 1,-1-1,1 0,0 1,0-1,1 0,-1 0,0 0,1-1,-1 1,1-1,0 1,-1-1,1 0,0 0,0 0,0 0,0 0,0-1,0 1,0-1,0 0,0 0,0 0,0 0,0-1,-1 1,1-1,0 0,0 1,5-4,4-3,0-1,0 0,-1 0,0-2,17-18,-13 14,123-129,125-168,100-180,-246 328,72-93,274-399,-410 564,-19 24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6T08:29:25.655"/>
    </inkml:context>
    <inkml:brush xml:id="br0">
      <inkml:brushProperty name="width" value="0.4" units="cm"/>
      <inkml:brushProperty name="height" value="0.8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1 728,'9'11,"0"1,0-1,10 21,-8-14,68 135,-7-12,-67-133,0 1,1-2,0 1,0-1,0 0,1 0,0-1,1 1,0-2,-1 1,2-1,-1 0,1-1,-1 0,1 0,0-1,1 0,-1-1,0 0,1 0,-1-1,12 0,3 0,1-1,-1-2,0 0,1-2,-1 0,0-2,31-11,162-77,-190 80,125-61,-4-8,188-137,-258 161,-3-4,-3-2,-2-4,-4-3,94-132,-57 69,-75 104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06T08:29:27.775"/>
    </inkml:context>
    <inkml:brush xml:id="br0">
      <inkml:brushProperty name="width" value="0.4" units="cm"/>
      <inkml:brushProperty name="height" value="0.8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2579 257,'-5'-1,"1"0,0 0,-1 0,1 0,0-1,0 0,-5-3,-12-4,-113-36,-2 5,-144-22,-290-16,532 73,0 2,0 2,0 2,-1 1,1 2,1 1,-1 2,1 2,0 1,-38 17,-26 21,-125 82,116-64,30-20,-12 6,2 4,-85 70,168-121,1 2,0-1,1 1,-1 0,1 0,0 0,1 1,0-1,0 1,1 0,0 1,0-1,1 0,0 1,-1 10,1 12,0 0,7 61,-1-29,-3 33,6 94,-3-162,0 0,1-1,2 0,18 47,99 188,-73-161,-29-59,2-2,57 74,74 60,-93-112,3-3,2-3,3-3,2-3,88 45,-48-38,1-6,3-5,125 32,926 177,-412-161,-241-70,-390-29,0-5,137-29,-138 12,-1-6,-2-5,-1-5,-2-5,139-80,-218 106,0-2,-2-1,-1-2,63-62,-81 70,0-1,-1 0,-2-1,0-1,-1 0,-1-1,-1-1,-2 1,14-50,-12 21,-3 0,-3-1,0-73,-23-159,10 228,-2 1,-3 0,-2 0,-43-100,-125-194,134 266,-4 2,-3 3,-68-73,97 126,-2 1,-1 1,0 1,-2 2,-61-32,18 18,-125-40,-237-31,255 68,-31-1,-1 8,-245-2,25 31,236 3,161-1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08:55:02.27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1277 271 24575,'-230'-2'0,"-244"5"0,454-2 0,0 1 0,1 2 0,0 0 0,-32 11 0,-72 35 0,68-25 0,30-14 0,0 2 0,0 1 0,-32 24 0,43-27 0,-1 0 0,2 2 0,0 0 0,0 0 0,1 1 0,-14 21 0,22-25 0,-1-1 0,1 0 0,1 1 0,0 0 0,0 0 0,1 0 0,0 0 0,1 1 0,0-1 0,1 18 0,1-6 0,1 0 0,1 0 0,1-1 0,7 24 0,3-9 0,0-1 0,3-1 0,1 0 0,1-2 0,1 0 0,2-1 0,2-1 0,28 29 0,12 18 0,-42-48 0,2-1 0,32 30 0,-36-41 0,1-2 0,1 0 0,0-1 0,1-1 0,1-1 0,0-1 0,0-1 0,1-2 0,0 0 0,1-1 0,-1-2 0,50 4 0,472 3 0,-334-15 0,1383 3 0,-1577-1 0,0 0 0,1-2 0,-1 0 0,0-2 0,28-9 0,-9 0 0,56-31 0,-84 41 0,-1-2 0,0 1 0,0-1 0,0-1 0,-1 0 0,1 0 0,-2 0 0,1-1 0,-1 0 0,0 0 0,-1-1 0,0 0 0,-1 0 0,1-1 0,-2 0 0,5-11 0,35-80 0,75-127 0,-88 172 0,-25 43 0,0 0 0,-1 0 0,0 0 0,-1-1 0,0 0 0,-1 0 0,-1 0 0,0 0 0,-1 0 0,-1-1 0,0 1 0,-1 0 0,0-1 0,-1 1 0,-1 0 0,0 0 0,-1 1 0,0-1 0,-10-19 0,-1 3 0,-1 1 0,-1 0 0,-1 1 0,-2 1 0,-1 1 0,-1 1 0,-34-30 0,24 26 0,-2 1 0,-1 2 0,-1 1 0,-1 2 0,-1 2 0,-1 1 0,-1 2 0,-1 2 0,-66-18 0,-25 4 0,-1 6 0,-1 5 0,-1 6 0,-261 10 0,331 10 0,0 2 0,-123 35 0,148-35 0,-69 6 0,79-12 0,-1 0 0,1 2 0,0 2 0,-47 16 0,49-12-195,1 2 0,0 0 0,0 2 0,1 1 0,1 1 0,-26 24 0,33-21-6631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08:55:04.95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1745 0 24575,'-1563'0'0,"1550"0"0,0 0 0,0 1 0,0 1 0,0 0 0,1 1 0,-1 0 0,-21 9 0,30-11 0,1 1 0,-1 0 0,1 0 0,-1 0 0,1 1 0,0-1 0,0 1 0,0-1 0,0 1 0,1 0 0,-1 0 0,1 1 0,-1-1 0,1 0 0,0 1 0,0 0 0,1-1 0,-1 1 0,1 0 0,0 0 0,0 0 0,0 0 0,0 0 0,1 0 0,0 0 0,-1 0 0,1 0 0,1 6 0,1 2 0,0-1 0,1 1 0,0-1 0,1 0 0,0 0 0,0 0 0,1 0 0,1-1 0,0 0 0,9 11 0,9 11 0,50 47 0,-53-59 0,0 0 0,-2 2 0,-1 1 0,24 37 0,-31-41 0,1 0 0,1-1 0,1 0 0,1-1 0,0 0 0,32 25 0,-21-21 0,1-2 0,1 0 0,60 27 0,32-2 0,3 1 0,-121-44 0,29 14 0,0 0 0,1-3 0,1 0 0,0-2 0,50 9 0,119 13 0,94 11 0,-159-31 0,178-7 0,-108-32 0,-136 15 0,72-4 0,458 13 0,-314 5 0,-278-2 0,-1-1 0,1 0 0,0 0 0,-1-1 0,1-1 0,-1 1 0,1-1 0,-1 0 0,0-1 0,0 0 0,-1 0 0,1-1 0,-1 0 0,0 0 0,0-1 0,-1 0 0,1 0 0,-1 0 0,-1-1 0,1 0 0,6-12 0,9-11 0,-2-1 0,-1 0 0,26-66 0,-38 83 0,-2 0 0,1-1 0,-2 1 0,0-1 0,-1 0 0,0 0 0,-1 0 0,-1-1 0,-1 1 0,0 0 0,0 0 0,-6-18 0,5 26 0,-1 1 0,0-1 0,0 1 0,-1 0 0,0-1 0,0 2 0,0-1 0,-1 0 0,0 1 0,0 0 0,0 0 0,-12-7 0,-6-4 0,-48-24 0,62 36 0,-64-32 0,-125-44 0,148 65 0,0 2 0,-1 2 0,-90-8 0,-245-33 0,251 30 0,-165-10 101,130 17-1567,130 11-5360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08:55:09.19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54 1 24575,'0'45'0,"2"-12"0,-2-1 0,-2 1 0,-1-1 0,-1 1 0,-10 35 0,5-40 30,2 1 0,1 1 0,-4 44 0,9-58-216,1 0 1,1 1-1,0-1 0,2 0 1,-1 0-1,2 0 1,10 31-1,-4-24-6640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08:55:10.80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22 24575,'0'0'0,"0"-1"0,1 0 0,-1 1 0,0-1 0,0 1 0,0-1 0,0 1 0,1-1 0,-1 1 0,0-1 0,0 1 0,1-1 0,-1 1 0,0-1 0,1 1 0,-1 0 0,1-1 0,-1 1 0,0 0 0,1-1 0,-1 1 0,1 0 0,-1-1 0,1 1 0,-1 0 0,1 0 0,-1 0 0,1-1 0,-1 1 0,1 0 0,0 0 0,-1 0 0,1 0 0,-1 0 0,1 0 0,-1 0 0,1 0 0,-1 0 0,1 0 0,-1 1 0,1-1 0,0 0 0,-1 0 0,1 0 0,-1 1 0,1-1 0,30 13 0,-28-12 0,9 6 0,0 1 0,0 0 0,-1 1 0,0 1 0,-1 0 0,0 0 0,0 0 0,-1 2 0,0-1 0,9 18 0,-9-16 0,-5-6 0,1-1 0,-1 0 0,1-1 0,0 1 0,0-1 0,1 0 0,6 4 0,-10-7 0,0-1 0,0-1 0,0 1 0,0 0 0,0 0 0,0-1 0,0 1 0,0-1 0,0 1 0,0-1 0,0 0 0,0 0 0,0 0 0,0 0 0,0 0 0,0-1 0,0 1 0,1 0 0,-1-1 0,-1 0 0,1 1 0,0-1 0,0 0 0,0 0 0,0 0 0,0 0 0,-1-1 0,4-1 0,1-3 11,-1 0 0,1 0 0,-1 0 0,0-1 0,0 0 0,-1 0-1,0 0 1,0 0 0,-1-1 0,3-8 0,3-11-754,8-43 1,-12 43-6084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09:25:44.37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2192 275 24575,'-219'-72'0,"152"50"0,0 4 0,-2 3 0,0 3 0,-81-5 0,-284 9 0,329 9 0,48 0 0,1 3 0,0 2 0,1 3 0,-96 27 0,111-23 0,1 2 0,1 1 0,1 2 0,0 1 0,1 2 0,1 2 0,-37 31 0,52-36 0,2 1 0,0 1 0,1 1 0,1 0 0,1 1 0,0 0 0,2 1 0,1 1 0,-14 39 0,-1 19 0,-27 135 0,46-180 0,-9 57 0,4 1 0,-1 96 0,14 194 0,3-196 0,-4-82 0,6 152 0,-1-217 0,1 0 0,3 0 0,1-1 0,16 45 0,-4-33 0,2-1 0,44 71 0,73 91 0,-66-104 0,-14-20 0,3-4 0,5-2 0,3-3 0,3-3 0,100 80 0,-124-119 0,2-3 0,1-2 0,1-3 0,63 26 0,-71-38 0,1-2 0,0-2 0,1-3 0,1-1 0,88 7 0,266-18 0,-170-5 0,-198 5 0,-1 0 0,1-2 0,-1-2 0,1-1 0,-2-2 0,1-1 0,-1-2 0,63-27 0,-60 18 0,-1-2 0,-1-1 0,35-31 0,88-87 0,-84 73 0,12-8 0,-29 27 0,-2-1 0,90-109 0,-126 131 0,-2-2 0,-1 0 0,-1-1 0,-1 0 0,14-53 0,-2 7 0,86-256 0,-89 256 0,-4-1 0,11-114 0,-25-246 0,-6 401 0,-1-20 0,-2 1 0,-4 0 0,-26-97 0,6 63 0,-58-122 0,22 67 0,-136-266 0,169 354 0,-2 3 0,-3 1 0,-2 1 0,-2 2 0,-52-47 0,64 72 0,-1 1 0,-1 1 0,-1 2 0,-1 1 0,0 1 0,-1 2 0,-1 2 0,-1 1 0,0 1 0,0 2 0,-1 2 0,-1 2 0,1 1 0,-1 1 0,-53 3 0,57 2-1365,7 0-5461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6T09:25:46.43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1814 272 24575,'-285'-13'0,"-13"-1"0,283 14 0,-21-1 0,1 1 0,-1 2 0,0 2 0,1 1 0,-63 18 0,7 10 0,-166 85 0,206-89 0,0 2 0,3 3 0,0 1 0,-61 61 0,82-68 0,0 1 0,2 2 0,2 0 0,1 2 0,1 0 0,2 1 0,1 1 0,2 1 0,1 1 0,2 0 0,-16 75 0,16-17 0,-3 128 0,16 99 0,3-129 0,-1-67 0,5 0 0,6-1 0,5-1 0,6 0 0,40 122 0,-38-159 0,-8-26 0,48 113 0,-29-101 0,50 73 0,-63-111 0,2 0 0,1-2 0,61 58 0,-64-73 0,0 0 0,1-1 0,1-2 0,0 0 0,1-2 0,45 16 0,179 38 0,-132-39 0,268 76 0,-321-86 0,0-3 0,1-3 0,77 3 0,-104-13 0,1-2 0,-1-1 0,0-3 0,0-1 0,0-2 0,60-19 0,-31 1 0,-2-4 0,-1-2 0,79-50 0,-43 13 0,106-89 0,-178 130 0,0 0 0,-3-2 0,0-1 0,-2-2 0,32-50 0,-28 33 0,-3-1 0,-2-1 0,22-69 0,29-172 0,-26-2 0,0-182 0,-48 470 0,8-538 0,-11 363 0,3 154 0,-2 0 0,-1 0 0,-1 0 0,-1 1 0,-2-1 0,-1 1 0,0 0 0,-2 1 0,-23-46 0,-96-142 0,97 169 0,-1 1 0,-61-62 0,49 61 0,26 23 0,-2 2 0,0 0 0,-1 1 0,-1 0 0,0 2 0,-49-26 0,-415-144 0,484 185 0,-115-38-682,-219-43-1,260 70-6143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463DF-610F-49F0-81A7-39CF7D2DABC5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849D8-37EA-445B-ACF0-4DB86F5BA4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807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C7293843-128C-4D2B-A103-9DA2C2C927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07424" y="5250693"/>
            <a:ext cx="2588525" cy="136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996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5FE184C9-9BA9-4964-9353-EED79D9D08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6054" y="6175617"/>
            <a:ext cx="1195495" cy="63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529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6CE7D4D5-31B5-4ABD-90BD-C83C47DA76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51265" y="4667637"/>
            <a:ext cx="1828507" cy="96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72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361C6F62-48BD-4DB9-9BD5-838E597A83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6054" y="6175617"/>
            <a:ext cx="1195495" cy="63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379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594DFD41-4391-433D-8899-002824FDE5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6054" y="6175617"/>
            <a:ext cx="1195495" cy="63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865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67108B6D-DAC9-4BD3-87CB-9BD75FAAB8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6054" y="6175617"/>
            <a:ext cx="1195495" cy="63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043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41319771-AF7C-4669-99A2-265F52023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6054" y="6175617"/>
            <a:ext cx="1195495" cy="63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808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F0BE1DC0-2928-45ED-8EAB-71B3914A87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6054" y="6175617"/>
            <a:ext cx="1195495" cy="63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273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5AD7E8F7-2B81-4172-BD37-3FDB853E28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6054" y="6175617"/>
            <a:ext cx="1195495" cy="63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430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B554B6C4-1F10-4A65-872F-011A6AF433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6054" y="6175617"/>
            <a:ext cx="1195495" cy="63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700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D6B35E48-9C0D-4BC2-B9D1-9422CDD4D8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6054" y="6175617"/>
            <a:ext cx="1195495" cy="63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577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885FC70C-D76D-0AA4-8609-28302102026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756054" y="6175617"/>
            <a:ext cx="1195495" cy="63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625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5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8.xml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customXml" Target="../ink/ink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5" Type="http://schemas.openxmlformats.org/officeDocument/2006/relationships/image" Target="../media/image19.png"/><Relationship Id="rId4" Type="http://schemas.openxmlformats.org/officeDocument/2006/relationships/customXml" Target="../ink/ink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1030178" y="1122363"/>
            <a:ext cx="9637823" cy="238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dirty="0"/>
              <a:t>SEED1 - </a:t>
            </a:r>
            <a:r>
              <a:rPr lang="ro-RO" dirty="0"/>
              <a:t>Laborator</a:t>
            </a:r>
            <a:br>
              <a:rPr lang="en" dirty="0"/>
            </a:br>
            <a:r>
              <a:rPr lang="ro-RO" dirty="0"/>
              <a:t>Instrucțiuni preliminare</a:t>
            </a:r>
            <a:endParaRPr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Instructor: Conf. Dr.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Teodor-Ștefan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Bîldea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SIIPA,</a:t>
            </a:r>
            <a:r>
              <a:rPr lang="ro-RO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 I,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Semestrul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5A3A-47F3-783D-41EA-4FB63CF95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Sumar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2215D-2F42-F2A7-2BFF-AC6794613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Instalare distribuție Anaconda</a:t>
            </a:r>
          </a:p>
          <a:p>
            <a:r>
              <a:rPr lang="ro-RO" dirty="0"/>
              <a:t>Construirea unui mediu (env) dedicat cursului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047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0914D4-D6E8-348E-7F99-B549C1FDE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Instalare Anaconda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C2F81D-BEF1-9DB2-F42B-9206C8236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400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09CD53-A9BF-AEAD-B03B-1BA74A008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Urmați instrucțiunile de la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0B1D11-5073-024F-6E01-07A5ACB90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https://code.visualstudio.com/</a:t>
            </a:r>
          </a:p>
          <a:p>
            <a:r>
              <a:rPr lang="en-US" dirty="0"/>
              <a:t>https://antigravity.google/product/antigravity-ide/</a:t>
            </a:r>
          </a:p>
        </p:txBody>
      </p:sp>
    </p:spTree>
    <p:extLst>
      <p:ext uri="{BB962C8B-B14F-4D97-AF65-F5344CB8AC3E}">
        <p14:creationId xmlns:p14="http://schemas.microsoft.com/office/powerpoint/2010/main" val="3813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2D057-79F4-BAF8-C845-A2D5D88BC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Construirea unui mediu (env) dedicat cursului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C3BBD-B32B-91C1-C159-19CB810CD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250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96E7AAF-60C4-0DC5-B683-C7BE5D670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-&gt; Anaconda Navigator App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A0404A7-CC71-FDD2-779F-72720EDD1C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449" t="33234" r="54712" b="38688"/>
          <a:stretch/>
        </p:blipFill>
        <p:spPr>
          <a:xfrm>
            <a:off x="838200" y="2088107"/>
            <a:ext cx="7841776" cy="3289112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B992A9A-D191-E95F-3C5B-92A34926BB92}"/>
                  </a:ext>
                </a:extLst>
              </p14:cNvPr>
              <p14:cNvContentPartPr/>
              <p14:nvPr/>
            </p14:nvContentPartPr>
            <p14:xfrm>
              <a:off x="234089" y="2634642"/>
              <a:ext cx="4267080" cy="1935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B992A9A-D191-E95F-3C5B-92A34926BB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2089" y="2490642"/>
                <a:ext cx="4410720" cy="222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8784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4B1CA-5B49-4945-16B9-C3336FF11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73BF4-A8D2-ED9C-F39C-B6767927F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0E9B0E-9473-EEA0-F76F-1D1A25DF11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735" t="27801" r="18942" b="12056"/>
          <a:stretch/>
        </p:blipFill>
        <p:spPr>
          <a:xfrm>
            <a:off x="1595336" y="1605063"/>
            <a:ext cx="7655668" cy="46173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8E44F74-BBBF-529A-E8D3-B074B79CD77E}"/>
                  </a:ext>
                </a:extLst>
              </p14:cNvPr>
              <p14:cNvContentPartPr/>
              <p14:nvPr/>
            </p14:nvContentPartPr>
            <p14:xfrm>
              <a:off x="1456759" y="2538712"/>
              <a:ext cx="1513440" cy="760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8E44F74-BBBF-529A-E8D3-B074B79CD77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84759" y="2394712"/>
                <a:ext cx="1657080" cy="104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6574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68466-3CE6-1468-EA46-25D871483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-&gt; Create+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56970-691A-C561-DD4A-6A0A28B4D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2F3FEF-4EFF-731E-B623-3ADAE7F28B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67" t="26621" r="18854" b="11206"/>
          <a:stretch/>
        </p:blipFill>
        <p:spPr>
          <a:xfrm>
            <a:off x="992222" y="1485156"/>
            <a:ext cx="7743216" cy="486254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9AB0023-35C8-7D04-DB83-3C25C622B5A4}"/>
                  </a:ext>
                </a:extLst>
              </p14:cNvPr>
              <p14:cNvContentPartPr/>
              <p14:nvPr/>
            </p14:nvContentPartPr>
            <p14:xfrm>
              <a:off x="1974439" y="5640112"/>
              <a:ext cx="1051920" cy="722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9AB0023-35C8-7D04-DB83-3C25C622B5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02439" y="5496472"/>
                <a:ext cx="1195560" cy="101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7846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D538C-2D2A-6A8E-9C9A-F323D5D3F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Nume</a:t>
            </a:r>
            <a:r>
              <a:rPr lang="en-US" dirty="0"/>
              <a:t> = ADS1_2024, Python </a:t>
            </a:r>
            <a:r>
              <a:rPr lang="en-US" dirty="0" err="1"/>
              <a:t>bifat</a:t>
            </a:r>
            <a:r>
              <a:rPr lang="en-US" dirty="0"/>
              <a:t>, click Create – </a:t>
            </a:r>
            <a:r>
              <a:rPr lang="en-US" dirty="0" err="1"/>
              <a:t>Gata</a:t>
            </a:r>
            <a:r>
              <a:rPr lang="en-US" dirty="0"/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CD1C7-9BFA-782D-2F9E-5C98CA3CA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2887FD-A41D-AF1E-7275-ED258C8A06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150" t="45816" r="38091" b="33900"/>
          <a:stretch/>
        </p:blipFill>
        <p:spPr>
          <a:xfrm>
            <a:off x="3151761" y="2500007"/>
            <a:ext cx="5165388" cy="27561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ED35A60-F789-2CD9-3170-81B39A656DD6}"/>
                  </a:ext>
                </a:extLst>
              </p14:cNvPr>
              <p14:cNvContentPartPr/>
              <p14:nvPr/>
            </p14:nvContentPartPr>
            <p14:xfrm>
              <a:off x="7169239" y="2550232"/>
              <a:ext cx="771840" cy="816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ED35A60-F789-2CD9-3170-81B39A656DD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97239" y="2406232"/>
                <a:ext cx="915480" cy="11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55D5768-F94C-05BA-52C9-CAFF78BF67D4}"/>
                  </a:ext>
                </a:extLst>
              </p14:cNvPr>
              <p14:cNvContentPartPr/>
              <p14:nvPr/>
            </p14:nvContentPartPr>
            <p14:xfrm>
              <a:off x="7304959" y="3687112"/>
              <a:ext cx="776520" cy="439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55D5768-F94C-05BA-52C9-CAFF78BF67D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33319" y="3543472"/>
                <a:ext cx="920160" cy="72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19793D2-8F18-0AB7-93D1-E15E075ABB15}"/>
                  </a:ext>
                </a:extLst>
              </p14:cNvPr>
              <p14:cNvContentPartPr/>
              <p14:nvPr/>
            </p14:nvContentPartPr>
            <p14:xfrm>
              <a:off x="6639319" y="4547512"/>
              <a:ext cx="2094840" cy="1122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19793D2-8F18-0AB7-93D1-E15E075ABB1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67319" y="4403512"/>
                <a:ext cx="2238480" cy="141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7115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FE4A4-23D9-0DD3-958F-AABCCD90C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Instalare</a:t>
            </a:r>
            <a:r>
              <a:rPr lang="en-US" dirty="0"/>
              <a:t> VS code </a:t>
            </a:r>
            <a:r>
              <a:rPr lang="en-US" dirty="0" err="1"/>
              <a:t>si</a:t>
            </a:r>
            <a:r>
              <a:rPr lang="en-US" dirty="0"/>
              <a:t>/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Jupyter</a:t>
            </a:r>
            <a:r>
              <a:rPr lang="en-US" dirty="0"/>
              <a:t> notebook – </a:t>
            </a:r>
            <a:r>
              <a:rPr lang="en-US" dirty="0" err="1"/>
              <a:t>aici</a:t>
            </a:r>
            <a:r>
              <a:rPr lang="en-US" dirty="0"/>
              <a:t> </a:t>
            </a:r>
            <a:r>
              <a:rPr lang="en-US" dirty="0" err="1"/>
              <a:t>veti</a:t>
            </a:r>
            <a:r>
              <a:rPr lang="en-US" dirty="0"/>
              <a:t> </a:t>
            </a:r>
            <a:r>
              <a:rPr lang="en-US" dirty="0" err="1"/>
              <a:t>scrie</a:t>
            </a:r>
            <a:r>
              <a:rPr lang="en-US" dirty="0"/>
              <a:t> cod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7F995-D3F7-4E30-FF3B-37E91E772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71545" cy="4351339"/>
          </a:xfrm>
        </p:spPr>
        <p:txBody>
          <a:bodyPr/>
          <a:lstStyle/>
          <a:p>
            <a:r>
              <a:rPr lang="en-US" dirty="0"/>
              <a:t>Click Home</a:t>
            </a:r>
          </a:p>
          <a:p>
            <a:r>
              <a:rPr lang="en-US" dirty="0" err="1"/>
              <a:t>Deschide</a:t>
            </a:r>
            <a:r>
              <a:rPr lang="en-US" dirty="0"/>
              <a:t> dropdown cu </a:t>
            </a:r>
            <a:r>
              <a:rPr lang="en-US" dirty="0" err="1"/>
              <a:t>mediile</a:t>
            </a:r>
            <a:r>
              <a:rPr lang="en-US" dirty="0"/>
              <a:t> </a:t>
            </a:r>
            <a:r>
              <a:rPr lang="en-US" dirty="0" err="1"/>
              <a:t>existente</a:t>
            </a:r>
            <a:endParaRPr lang="en-US" dirty="0"/>
          </a:p>
          <a:p>
            <a:r>
              <a:rPr lang="en-US" dirty="0" err="1"/>
              <a:t>Alege</a:t>
            </a:r>
            <a:r>
              <a:rPr lang="en-US" dirty="0"/>
              <a:t> ADS1_2024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0B08E5-4BC3-5B6C-78A8-58A1FF4330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576" t="24652" r="9013" b="39598"/>
          <a:stretch/>
        </p:blipFill>
        <p:spPr>
          <a:xfrm>
            <a:off x="5194569" y="1564228"/>
            <a:ext cx="6867729" cy="25700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CF70860-4E4C-2472-126B-3B558A3B2FDE}"/>
                  </a:ext>
                </a:extLst>
              </p14:cNvPr>
              <p14:cNvContentPartPr/>
              <p14:nvPr/>
            </p14:nvContentPartPr>
            <p14:xfrm>
              <a:off x="5036239" y="2081512"/>
              <a:ext cx="1344600" cy="536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CF70860-4E4C-2472-126B-3B558A3B2F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27239" y="2072512"/>
                <a:ext cx="1362240" cy="55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AB4D5F1-6794-FF8F-01C0-B1A70F2B11D4}"/>
                  </a:ext>
                </a:extLst>
              </p14:cNvPr>
              <p14:cNvContentPartPr/>
              <p14:nvPr/>
            </p14:nvContentPartPr>
            <p14:xfrm>
              <a:off x="7766839" y="2674792"/>
              <a:ext cx="1301760" cy="370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AB4D5F1-6794-FF8F-01C0-B1A70F2B11D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57839" y="2665792"/>
                <a:ext cx="1319400" cy="38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95AC0E48-D6A4-B78F-FC60-E8B326E1678B}"/>
              </a:ext>
            </a:extLst>
          </p:cNvPr>
          <p:cNvGrpSpPr/>
          <p:nvPr/>
        </p:nvGrpSpPr>
        <p:grpSpPr>
          <a:xfrm>
            <a:off x="8822719" y="2168632"/>
            <a:ext cx="136080" cy="246960"/>
            <a:chOff x="8822719" y="2168632"/>
            <a:chExt cx="136080" cy="24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D16BC69-E580-AD90-42B6-C318FD5FE137}"/>
                    </a:ext>
                  </a:extLst>
                </p14:cNvPr>
                <p14:cNvContentPartPr/>
                <p14:nvPr/>
              </p14:nvContentPartPr>
              <p14:xfrm>
                <a:off x="8881039" y="2168632"/>
                <a:ext cx="20160" cy="223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D16BC69-E580-AD90-42B6-C318FD5FE13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872039" y="2159992"/>
                  <a:ext cx="378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45B92BC-95F2-DCD6-79C5-B8E890E48A86}"/>
                    </a:ext>
                  </a:extLst>
                </p14:cNvPr>
                <p14:cNvContentPartPr/>
                <p14:nvPr/>
              </p14:nvContentPartPr>
              <p14:xfrm>
                <a:off x="8822719" y="2336032"/>
                <a:ext cx="136080" cy="79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45B92BC-95F2-DCD6-79C5-B8E890E48A8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813719" y="2327032"/>
                  <a:ext cx="153720" cy="97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85085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543C0-424E-62E4-2847-3D0D3CF0C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A9D65-BED2-C7ED-1B37-A9EC7042A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Instalare</a:t>
            </a:r>
            <a:r>
              <a:rPr lang="en-US" dirty="0"/>
              <a:t> </a:t>
            </a:r>
            <a:r>
              <a:rPr lang="en-US" dirty="0" err="1"/>
              <a:t>aplicatii</a:t>
            </a:r>
            <a:r>
              <a:rPr lang="en-US" dirty="0"/>
              <a:t> – VS code/</a:t>
            </a:r>
            <a:r>
              <a:rPr lang="en-US" dirty="0" err="1"/>
              <a:t>Jupyter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DB27C-2351-F979-A98A-19A6D0C68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89834" cy="4351339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Gasiti</a:t>
            </a:r>
            <a:r>
              <a:rPr lang="en-US" dirty="0"/>
              <a:t> </a:t>
            </a:r>
            <a:r>
              <a:rPr lang="en-US" dirty="0" err="1"/>
              <a:t>aplicatia</a:t>
            </a:r>
            <a:r>
              <a:rPr lang="en-US" dirty="0"/>
              <a:t> </a:t>
            </a:r>
            <a:r>
              <a:rPr lang="en-US" dirty="0" err="1"/>
              <a:t>dorita</a:t>
            </a:r>
            <a:endParaRPr lang="en-US" dirty="0"/>
          </a:p>
          <a:p>
            <a:r>
              <a:rPr lang="en-US" dirty="0"/>
              <a:t>Daca e </a:t>
            </a:r>
            <a:r>
              <a:rPr lang="en-US" dirty="0" err="1"/>
              <a:t>deja</a:t>
            </a:r>
            <a:r>
              <a:rPr lang="en-US" dirty="0"/>
              <a:t> </a:t>
            </a:r>
            <a:r>
              <a:rPr lang="en-US" dirty="0" err="1"/>
              <a:t>instalata</a:t>
            </a:r>
            <a:r>
              <a:rPr lang="en-US" dirty="0"/>
              <a:t> o </a:t>
            </a:r>
            <a:r>
              <a:rPr lang="en-US" dirty="0" err="1"/>
              <a:t>puteti</a:t>
            </a:r>
            <a:r>
              <a:rPr lang="en-US" dirty="0"/>
              <a:t> </a:t>
            </a:r>
            <a:r>
              <a:rPr lang="en-US" dirty="0" err="1"/>
              <a:t>deschide</a:t>
            </a:r>
            <a:r>
              <a:rPr lang="en-US" dirty="0"/>
              <a:t> de </a:t>
            </a:r>
            <a:r>
              <a:rPr lang="en-US" dirty="0" err="1"/>
              <a:t>aici</a:t>
            </a:r>
            <a:r>
              <a:rPr lang="en-US" dirty="0"/>
              <a:t> cu Launch</a:t>
            </a:r>
          </a:p>
          <a:p>
            <a:r>
              <a:rPr lang="en-US" dirty="0"/>
              <a:t>Daca nu e </a:t>
            </a:r>
            <a:r>
              <a:rPr lang="en-US" dirty="0" err="1"/>
              <a:t>instalata</a:t>
            </a:r>
            <a:r>
              <a:rPr lang="en-US" dirty="0"/>
              <a:t>, o </a:t>
            </a:r>
            <a:r>
              <a:rPr lang="en-US" dirty="0" err="1"/>
              <a:t>puteti</a:t>
            </a:r>
            <a:r>
              <a:rPr lang="en-US" dirty="0"/>
              <a:t> </a:t>
            </a:r>
            <a:r>
              <a:rPr lang="en-US" dirty="0" err="1"/>
              <a:t>instala</a:t>
            </a:r>
            <a:r>
              <a:rPr lang="en-US" dirty="0"/>
              <a:t> cu Install</a:t>
            </a:r>
          </a:p>
          <a:p>
            <a:r>
              <a:rPr lang="en-US" dirty="0" err="1"/>
              <a:t>Atentie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Instalat</a:t>
            </a:r>
            <a:r>
              <a:rPr lang="en-US" dirty="0"/>
              <a:t> </a:t>
            </a:r>
            <a:r>
              <a:rPr lang="en-US" dirty="0" err="1"/>
              <a:t>asa</a:t>
            </a:r>
            <a:r>
              <a:rPr lang="en-US" dirty="0"/>
              <a:t> nu am </a:t>
            </a:r>
            <a:r>
              <a:rPr lang="en-US" dirty="0" err="1"/>
              <a:t>reusit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pornesc</a:t>
            </a:r>
            <a:r>
              <a:rPr lang="en-US" dirty="0"/>
              <a:t> VS code </a:t>
            </a:r>
            <a:r>
              <a:rPr lang="en-US" dirty="0" err="1"/>
              <a:t>decat</a:t>
            </a:r>
            <a:r>
              <a:rPr lang="en-US" dirty="0"/>
              <a:t> din Anaconda Navigator</a:t>
            </a:r>
          </a:p>
          <a:p>
            <a:pPr lvl="1"/>
            <a:r>
              <a:rPr lang="en-US" dirty="0"/>
              <a:t>Daca </a:t>
            </a:r>
            <a:r>
              <a:rPr lang="en-US" dirty="0" err="1"/>
              <a:t>aveti</a:t>
            </a:r>
            <a:r>
              <a:rPr lang="en-US" dirty="0"/>
              <a:t> </a:t>
            </a:r>
            <a:r>
              <a:rPr lang="en-US" dirty="0" err="1"/>
              <a:t>instalat</a:t>
            </a:r>
            <a:r>
              <a:rPr lang="en-US" dirty="0"/>
              <a:t> VS code 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folosi</a:t>
            </a:r>
            <a:r>
              <a:rPr lang="en-US" dirty="0"/>
              <a:t> direct </a:t>
            </a:r>
            <a:r>
              <a:rPr lang="en-US" dirty="0" err="1"/>
              <a:t>si</a:t>
            </a:r>
            <a:r>
              <a:rPr lang="en-US" dirty="0"/>
              <a:t> o </a:t>
            </a:r>
            <a:r>
              <a:rPr lang="en-US" dirty="0" err="1"/>
              <a:t>conecta</a:t>
            </a:r>
            <a:r>
              <a:rPr lang="en-US" dirty="0"/>
              <a:t> cu </a:t>
            </a:r>
            <a:r>
              <a:rPr lang="en-US" dirty="0" err="1"/>
              <a:t>mediul</a:t>
            </a:r>
            <a:r>
              <a:rPr lang="en-US" dirty="0"/>
              <a:t> ADS1_2021</a:t>
            </a:r>
          </a:p>
          <a:p>
            <a:pPr lvl="1"/>
            <a:r>
              <a:rPr lang="en-US" dirty="0"/>
              <a:t>Personal am </a:t>
            </a:r>
            <a:r>
              <a:rPr lang="en-US" dirty="0" err="1"/>
              <a:t>inceput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lucrez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</a:t>
            </a:r>
            <a:r>
              <a:rPr lang="en-US" dirty="0"/>
              <a:t> VS Code </a:t>
            </a:r>
            <a:r>
              <a:rPr lang="en-US" dirty="0" err="1"/>
              <a:t>pentru</a:t>
            </a:r>
            <a:r>
              <a:rPr lang="en-US" dirty="0"/>
              <a:t> ca </a:t>
            </a:r>
            <a:r>
              <a:rPr lang="en-US" dirty="0" err="1"/>
              <a:t>permite</a:t>
            </a:r>
            <a:r>
              <a:rPr lang="en-US" dirty="0"/>
              <a:t> Debug la </a:t>
            </a:r>
            <a:r>
              <a:rPr lang="en-US" dirty="0" err="1"/>
              <a:t>nivel</a:t>
            </a:r>
            <a:r>
              <a:rPr lang="en-US" dirty="0"/>
              <a:t> de </a:t>
            </a:r>
            <a:r>
              <a:rPr lang="en-US" dirty="0" err="1"/>
              <a:t>celula</a:t>
            </a:r>
            <a:r>
              <a:rPr lang="en-US" dirty="0"/>
              <a:t> in </a:t>
            </a:r>
            <a:r>
              <a:rPr lang="en-US" dirty="0" err="1"/>
              <a:t>fisierele</a:t>
            </a:r>
            <a:r>
              <a:rPr lang="en-US" dirty="0"/>
              <a:t> </a:t>
            </a:r>
            <a:r>
              <a:rPr lang="en-US" dirty="0" err="1"/>
              <a:t>ipynb</a:t>
            </a:r>
            <a:r>
              <a:rPr lang="en-US" dirty="0"/>
              <a:t> (</a:t>
            </a:r>
            <a:r>
              <a:rPr lang="en-US" dirty="0" err="1"/>
              <a:t>jupyter</a:t>
            </a:r>
            <a:r>
              <a:rPr lang="en-US" dirty="0"/>
              <a:t> notebook)</a:t>
            </a:r>
          </a:p>
          <a:p>
            <a:pPr lvl="1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32B87FE-EE43-91DE-A59C-8BB2E0A44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393" y="1690689"/>
            <a:ext cx="4240805" cy="26478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E068B41-0B2D-8AE6-9D5C-D39E3ACF3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722" y="2714016"/>
            <a:ext cx="918005" cy="104086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D42D57E-0714-97F5-61D3-1F95BD5AC44B}"/>
              </a:ext>
            </a:extLst>
          </p:cNvPr>
          <p:cNvGrpSpPr/>
          <p:nvPr/>
        </p:nvGrpSpPr>
        <p:grpSpPr>
          <a:xfrm>
            <a:off x="6136759" y="2546992"/>
            <a:ext cx="2376000" cy="1444320"/>
            <a:chOff x="6136759" y="2546992"/>
            <a:chExt cx="2376000" cy="144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5158E3E-BED9-23AC-BD9A-5F26D8064A42}"/>
                    </a:ext>
                  </a:extLst>
                </p14:cNvPr>
                <p14:cNvContentPartPr/>
                <p14:nvPr/>
              </p14:nvContentPartPr>
              <p14:xfrm>
                <a:off x="6136759" y="2546992"/>
                <a:ext cx="1315440" cy="1414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5158E3E-BED9-23AC-BD9A-5F26D8064A4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127759" y="2537992"/>
                  <a:ext cx="1333080" cy="14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CB55E8E-93DD-2EEF-906A-E45B4E22FA53}"/>
                    </a:ext>
                  </a:extLst>
                </p14:cNvPr>
                <p14:cNvContentPartPr/>
                <p14:nvPr/>
              </p14:nvContentPartPr>
              <p14:xfrm>
                <a:off x="7303879" y="2567152"/>
                <a:ext cx="1208880" cy="1424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CB55E8E-93DD-2EEF-906A-E45B4E22FA5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295239" y="2558152"/>
                  <a:ext cx="1226520" cy="1441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1" name="Callout: Line 20">
            <a:extLst>
              <a:ext uri="{FF2B5EF4-FFF2-40B4-BE49-F238E27FC236}">
                <a16:creationId xmlns:a16="http://schemas.microsoft.com/office/drawing/2014/main" id="{AD2A2BA3-6AF3-A5C8-D6C0-5AABE5E09964}"/>
              </a:ext>
            </a:extLst>
          </p:cNvPr>
          <p:cNvSpPr/>
          <p:nvPr/>
        </p:nvSpPr>
        <p:spPr>
          <a:xfrm>
            <a:off x="5913092" y="5311302"/>
            <a:ext cx="1995227" cy="1245140"/>
          </a:xfrm>
          <a:prstGeom prst="borderCallout1">
            <a:avLst>
              <a:gd name="adj1" fmla="val -1685"/>
              <a:gd name="adj2" fmla="val 51444"/>
              <a:gd name="adj3" fmla="val -124416"/>
              <a:gd name="adj4" fmla="val 5332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VS Code e </a:t>
            </a:r>
            <a:r>
              <a:rPr lang="en-US" dirty="0" err="1"/>
              <a:t>instalat</a:t>
            </a:r>
            <a:r>
              <a:rPr lang="en-US" dirty="0"/>
              <a:t>. 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lansa</a:t>
            </a:r>
            <a:r>
              <a:rPr lang="en-US" dirty="0"/>
              <a:t> de </a:t>
            </a:r>
            <a:r>
              <a:rPr lang="en-US" dirty="0" err="1"/>
              <a:t>aici</a:t>
            </a:r>
            <a:endParaRPr lang="en-US" dirty="0"/>
          </a:p>
        </p:txBody>
      </p:sp>
      <p:sp>
        <p:nvSpPr>
          <p:cNvPr id="22" name="Callout: Line 21">
            <a:extLst>
              <a:ext uri="{FF2B5EF4-FFF2-40B4-BE49-F238E27FC236}">
                <a16:creationId xmlns:a16="http://schemas.microsoft.com/office/drawing/2014/main" id="{43C3022D-2414-7F9C-DC4C-F0C2288F1363}"/>
              </a:ext>
            </a:extLst>
          </p:cNvPr>
          <p:cNvSpPr/>
          <p:nvPr/>
        </p:nvSpPr>
        <p:spPr>
          <a:xfrm>
            <a:off x="8333727" y="5311302"/>
            <a:ext cx="1995227" cy="1245140"/>
          </a:xfrm>
          <a:prstGeom prst="borderCallout1">
            <a:avLst>
              <a:gd name="adj1" fmla="val -1685"/>
              <a:gd name="adj2" fmla="val 51444"/>
              <a:gd name="adj3" fmla="val -126970"/>
              <a:gd name="adj4" fmla="val -1960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Jupyter</a:t>
            </a:r>
            <a:r>
              <a:rPr lang="en-US" dirty="0"/>
              <a:t> nu e </a:t>
            </a:r>
            <a:r>
              <a:rPr lang="en-US" dirty="0" err="1"/>
              <a:t>instalat</a:t>
            </a:r>
            <a:r>
              <a:rPr lang="en-US" dirty="0"/>
              <a:t>. 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instala</a:t>
            </a:r>
            <a:r>
              <a:rPr lang="en-US" dirty="0"/>
              <a:t> de </a:t>
            </a:r>
            <a:r>
              <a:rPr lang="en-US" dirty="0" err="1"/>
              <a:t>aici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99791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215</Words>
  <Application>Microsoft Office PowerPoint</Application>
  <PresentationFormat>Widescreen</PresentationFormat>
  <Paragraphs>29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1_office theme</vt:lpstr>
      <vt:lpstr>SEED1 - Laborator Instrucțiuni preliminare</vt:lpstr>
      <vt:lpstr>Sumar</vt:lpstr>
      <vt:lpstr>Instalare Anaconda</vt:lpstr>
      <vt:lpstr>Urmați instrucțiunile de la</vt:lpstr>
      <vt:lpstr>Construirea unui mediu (env) dedicat cursului </vt:lpstr>
      <vt:lpstr>Start -&gt; Anaconda Navigator App</vt:lpstr>
      <vt:lpstr>Click Environments</vt:lpstr>
      <vt:lpstr>Click -&gt; Create+</vt:lpstr>
      <vt:lpstr>Nume = ADS1_2024, Python bifat, click Create – Gata!</vt:lpstr>
      <vt:lpstr>Instalare VS code si/sau Jupyter notebook – aici veti scrie cod</vt:lpstr>
      <vt:lpstr>Instalare aplicatii – VS code/Jupyter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ADS1 - Laborator Instrucțiuni preliminare</dc:title>
  <dc:creator>Stefan Bildea</dc:creator>
  <cp:lastModifiedBy>Stefan Bildea</cp:lastModifiedBy>
  <cp:revision>2</cp:revision>
  <dcterms:created xsi:type="dcterms:W3CDTF">2023-10-13T22:30:19Z</dcterms:created>
  <dcterms:modified xsi:type="dcterms:W3CDTF">2026-10-07T15:20:36Z</dcterms:modified>
</cp:coreProperties>
</file>