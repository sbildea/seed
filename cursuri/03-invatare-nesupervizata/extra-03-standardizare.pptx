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8"/>
  </p:notesMasterIdLst>
  <p:sldIdLst>
    <p:sldId id="303" r:id="rId2"/>
    <p:sldId id="314" r:id="rId3"/>
    <p:sldId id="312" r:id="rId4"/>
    <p:sldId id="310" r:id="rId5"/>
    <p:sldId id="311" r:id="rId6"/>
    <p:sldId id="317" r:id="rId7"/>
    <p:sldId id="318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9765D9A-5B29-4FE0-BD4B-011D1141B641}">
  <a:tblStyle styleId="{19765D9A-5B29-4FE0-BD4B-011D1141B64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94660"/>
  </p:normalViewPr>
  <p:slideViewPr>
    <p:cSldViewPr snapToGrid="0">
      <p:cViewPr>
        <p:scale>
          <a:sx n="90" d="100"/>
          <a:sy n="90" d="100"/>
        </p:scale>
        <p:origin x="608" y="-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Relationship Id="rId14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an Bildea" userId="14ee9846484ecb5c" providerId="LiveId" clId="{83BE690E-A8E1-4F39-93E0-6C6F611EAF9A}"/>
    <pc:docChg chg="undo custSel addSld delSld modSld">
      <pc:chgData name="Stefan Bildea" userId="14ee9846484ecb5c" providerId="LiveId" clId="{83BE690E-A8E1-4F39-93E0-6C6F611EAF9A}" dt="2021-10-20T06:41:23.697" v="561" actId="47"/>
      <pc:docMkLst>
        <pc:docMk/>
      </pc:docMkLst>
      <pc:sldChg chg="modSp mod modClrScheme chgLayout">
        <pc:chgData name="Stefan Bildea" userId="14ee9846484ecb5c" providerId="LiveId" clId="{83BE690E-A8E1-4F39-93E0-6C6F611EAF9A}" dt="2021-10-19T15:46:42.525" v="52" actId="20577"/>
        <pc:sldMkLst>
          <pc:docMk/>
          <pc:sldMk cId="0" sldId="256"/>
        </pc:sldMkLst>
        <pc:spChg chg="mod ord">
          <ac:chgData name="Stefan Bildea" userId="14ee9846484ecb5c" providerId="LiveId" clId="{83BE690E-A8E1-4F39-93E0-6C6F611EAF9A}" dt="2021-10-19T15:46:42.525" v="52" actId="20577"/>
          <ac:spMkLst>
            <pc:docMk/>
            <pc:sldMk cId="0" sldId="256"/>
            <ac:spMk id="62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45:52.405" v="2" actId="6549"/>
          <ac:spMkLst>
            <pc:docMk/>
            <pc:sldMk cId="0" sldId="256"/>
            <ac:spMk id="63" creationId="{00000000-0000-0000-0000-000000000000}"/>
          </ac:spMkLst>
        </pc:spChg>
      </pc:sldChg>
      <pc:sldChg chg="addSp delSp modSp del mod modClrScheme chgLayout">
        <pc:chgData name="Stefan Bildea" userId="14ee9846484ecb5c" providerId="LiveId" clId="{83BE690E-A8E1-4F39-93E0-6C6F611EAF9A}" dt="2021-10-19T16:13:13.958" v="471" actId="47"/>
        <pc:sldMkLst>
          <pc:docMk/>
          <pc:sldMk cId="0" sldId="257"/>
        </pc:sldMkLst>
        <pc:spChg chg="add del mod ord">
          <ac:chgData name="Stefan Bildea" userId="14ee9846484ecb5c" providerId="LiveId" clId="{83BE690E-A8E1-4F39-93E0-6C6F611EAF9A}" dt="2021-10-19T15:47:05.471" v="54" actId="700"/>
          <ac:spMkLst>
            <pc:docMk/>
            <pc:sldMk cId="0" sldId="257"/>
            <ac:spMk id="2" creationId="{DF82A4BA-82EC-4592-BA03-BCD947D16460}"/>
          </ac:spMkLst>
        </pc:spChg>
        <pc:spChg chg="add mod ord">
          <ac:chgData name="Stefan Bildea" userId="14ee9846484ecb5c" providerId="LiveId" clId="{83BE690E-A8E1-4F39-93E0-6C6F611EAF9A}" dt="2021-10-19T15:48:10.146" v="58" actId="14100"/>
          <ac:spMkLst>
            <pc:docMk/>
            <pc:sldMk cId="0" sldId="257"/>
            <ac:spMk id="3" creationId="{F3761CD9-DA74-464F-A062-ACD3836BD319}"/>
          </ac:spMkLst>
        </pc:spChg>
        <pc:spChg chg="mod ord">
          <ac:chgData name="Stefan Bildea" userId="14ee9846484ecb5c" providerId="LiveId" clId="{83BE690E-A8E1-4F39-93E0-6C6F611EAF9A}" dt="2021-10-19T15:47:53.527" v="55" actId="700"/>
          <ac:spMkLst>
            <pc:docMk/>
            <pc:sldMk cId="0" sldId="257"/>
            <ac:spMk id="68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48:05.354" v="56" actId="21"/>
          <ac:spMkLst>
            <pc:docMk/>
            <pc:sldMk cId="0" sldId="257"/>
            <ac:spMk id="69" creationId="{00000000-0000-0000-0000-000000000000}"/>
          </ac:spMkLst>
        </pc:spChg>
      </pc:sldChg>
      <pc:sldChg chg="addSp delSp modSp mod modClrScheme chgLayout">
        <pc:chgData name="Stefan Bildea" userId="14ee9846484ecb5c" providerId="LiveId" clId="{83BE690E-A8E1-4F39-93E0-6C6F611EAF9A}" dt="2021-10-19T16:13:23.787" v="473" actId="20577"/>
        <pc:sldMkLst>
          <pc:docMk/>
          <pc:sldMk cId="0" sldId="258"/>
        </pc:sldMkLst>
        <pc:spChg chg="add del mod ord">
          <ac:chgData name="Stefan Bildea" userId="14ee9846484ecb5c" providerId="LiveId" clId="{83BE690E-A8E1-4F39-93E0-6C6F611EAF9A}" dt="2021-10-19T15:47:05.471" v="54" actId="700"/>
          <ac:spMkLst>
            <pc:docMk/>
            <pc:sldMk cId="0" sldId="258"/>
            <ac:spMk id="2" creationId="{D973AC29-06DF-483D-A289-E6C35B92981B}"/>
          </ac:spMkLst>
        </pc:spChg>
        <pc:spChg chg="add del mod ord">
          <ac:chgData name="Stefan Bildea" userId="14ee9846484ecb5c" providerId="LiveId" clId="{83BE690E-A8E1-4F39-93E0-6C6F611EAF9A}" dt="2021-10-19T15:48:49.389" v="61" actId="700"/>
          <ac:spMkLst>
            <pc:docMk/>
            <pc:sldMk cId="0" sldId="258"/>
            <ac:spMk id="3" creationId="{954B0647-B943-4235-87D7-F80BB22F370D}"/>
          </ac:spMkLst>
        </pc:spChg>
        <pc:spChg chg="add del mod ord">
          <ac:chgData name="Stefan Bildea" userId="14ee9846484ecb5c" providerId="LiveId" clId="{83BE690E-A8E1-4F39-93E0-6C6F611EAF9A}" dt="2021-10-19T15:49:37.892" v="80" actId="478"/>
          <ac:spMkLst>
            <pc:docMk/>
            <pc:sldMk cId="0" sldId="258"/>
            <ac:spMk id="4" creationId="{01B5DAF2-46D7-4514-B54B-DA36F1329908}"/>
          </ac:spMkLst>
        </pc:spChg>
        <pc:spChg chg="mod ord">
          <ac:chgData name="Stefan Bildea" userId="14ee9846484ecb5c" providerId="LiveId" clId="{83BE690E-A8E1-4F39-93E0-6C6F611EAF9A}" dt="2021-10-19T16:13:18.125" v="472" actId="20577"/>
          <ac:spMkLst>
            <pc:docMk/>
            <pc:sldMk cId="0" sldId="258"/>
            <ac:spMk id="75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6:13:23.787" v="473" actId="20577"/>
          <ac:spMkLst>
            <pc:docMk/>
            <pc:sldMk cId="0" sldId="258"/>
            <ac:spMk id="76" creationId="{00000000-0000-0000-0000-000000000000}"/>
          </ac:spMkLst>
        </pc:spChg>
        <pc:spChg chg="add del mod ord">
          <ac:chgData name="Stefan Bildea" userId="14ee9846484ecb5c" providerId="LiveId" clId="{83BE690E-A8E1-4F39-93E0-6C6F611EAF9A}" dt="2021-10-19T15:49:01.380" v="62" actId="700"/>
          <ac:spMkLst>
            <pc:docMk/>
            <pc:sldMk cId="0" sldId="258"/>
            <ac:spMk id="77" creationId="{00000000-0000-0000-0000-000000000000}"/>
          </ac:spMkLst>
        </pc:spChg>
      </pc:sldChg>
      <pc:sldChg chg="addSp modSp mod modClrScheme chgLayout">
        <pc:chgData name="Stefan Bildea" userId="14ee9846484ecb5c" providerId="LiveId" clId="{83BE690E-A8E1-4F39-93E0-6C6F611EAF9A}" dt="2021-10-19T15:49:50.268" v="82" actId="700"/>
        <pc:sldMkLst>
          <pc:docMk/>
          <pc:sldMk cId="0" sldId="259"/>
        </pc:sldMkLst>
        <pc:spChg chg="add mod ord">
          <ac:chgData name="Stefan Bildea" userId="14ee9846484ecb5c" providerId="LiveId" clId="{83BE690E-A8E1-4F39-93E0-6C6F611EAF9A}" dt="2021-10-19T15:49:50.268" v="82" actId="700"/>
          <ac:spMkLst>
            <pc:docMk/>
            <pc:sldMk cId="0" sldId="259"/>
            <ac:spMk id="2" creationId="{5300290A-F9C8-4CE1-B584-57806B169BC0}"/>
          </ac:spMkLst>
        </pc:spChg>
        <pc:spChg chg="mod ord">
          <ac:chgData name="Stefan Bildea" userId="14ee9846484ecb5c" providerId="LiveId" clId="{83BE690E-A8E1-4F39-93E0-6C6F611EAF9A}" dt="2021-10-19T15:49:50.268" v="82" actId="700"/>
          <ac:spMkLst>
            <pc:docMk/>
            <pc:sldMk cId="0" sldId="259"/>
            <ac:spMk id="82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5:50:09.124" v="83" actId="700"/>
        <pc:sldMkLst>
          <pc:docMk/>
          <pc:sldMk cId="0" sldId="260"/>
        </pc:sldMkLst>
        <pc:spChg chg="mod ord">
          <ac:chgData name="Stefan Bildea" userId="14ee9846484ecb5c" providerId="LiveId" clId="{83BE690E-A8E1-4F39-93E0-6C6F611EAF9A}" dt="2021-10-19T15:50:09.124" v="83" actId="700"/>
          <ac:spMkLst>
            <pc:docMk/>
            <pc:sldMk cId="0" sldId="260"/>
            <ac:spMk id="87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0:09.124" v="83" actId="700"/>
          <ac:spMkLst>
            <pc:docMk/>
            <pc:sldMk cId="0" sldId="260"/>
            <ac:spMk id="88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5:50:33.948" v="84" actId="700"/>
        <pc:sldMkLst>
          <pc:docMk/>
          <pc:sldMk cId="0" sldId="261"/>
        </pc:sldMkLst>
        <pc:spChg chg="mod ord">
          <ac:chgData name="Stefan Bildea" userId="14ee9846484ecb5c" providerId="LiveId" clId="{83BE690E-A8E1-4F39-93E0-6C6F611EAF9A}" dt="2021-10-19T15:50:33.948" v="84" actId="700"/>
          <ac:spMkLst>
            <pc:docMk/>
            <pc:sldMk cId="0" sldId="261"/>
            <ac:spMk id="95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0:33.948" v="84" actId="700"/>
          <ac:spMkLst>
            <pc:docMk/>
            <pc:sldMk cId="0" sldId="261"/>
            <ac:spMk id="96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5:50:47.396" v="85" actId="700"/>
        <pc:sldMkLst>
          <pc:docMk/>
          <pc:sldMk cId="0" sldId="262"/>
        </pc:sldMkLst>
        <pc:spChg chg="mod ord">
          <ac:chgData name="Stefan Bildea" userId="14ee9846484ecb5c" providerId="LiveId" clId="{83BE690E-A8E1-4F39-93E0-6C6F611EAF9A}" dt="2021-10-19T15:50:47.396" v="85" actId="700"/>
          <ac:spMkLst>
            <pc:docMk/>
            <pc:sldMk cId="0" sldId="262"/>
            <ac:spMk id="101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0:47.396" v="85" actId="700"/>
          <ac:spMkLst>
            <pc:docMk/>
            <pc:sldMk cId="0" sldId="262"/>
            <ac:spMk id="102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5:51:21.774" v="87" actId="14100"/>
        <pc:sldMkLst>
          <pc:docMk/>
          <pc:sldMk cId="0" sldId="263"/>
        </pc:sldMkLst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3"/>
            <ac:spMk id="107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1:21.774" v="87" actId="14100"/>
          <ac:spMkLst>
            <pc:docMk/>
            <pc:sldMk cId="0" sldId="263"/>
            <ac:spMk id="108" creationId="{00000000-0000-0000-0000-000000000000}"/>
          </ac:spMkLst>
        </pc:spChg>
      </pc:sldChg>
      <pc:sldChg chg="modSp mod setBg modClrScheme chgLayout">
        <pc:chgData name="Stefan Bildea" userId="14ee9846484ecb5c" providerId="LiveId" clId="{83BE690E-A8E1-4F39-93E0-6C6F611EAF9A}" dt="2021-10-19T15:55:37.930" v="133" actId="1076"/>
        <pc:sldMkLst>
          <pc:docMk/>
          <pc:sldMk cId="0" sldId="264"/>
        </pc:sldMkLst>
        <pc:spChg chg="mod ord">
          <ac:chgData name="Stefan Bildea" userId="14ee9846484ecb5c" providerId="LiveId" clId="{83BE690E-A8E1-4F39-93E0-6C6F611EAF9A}" dt="2021-10-19T15:55:37.930" v="133" actId="1076"/>
          <ac:spMkLst>
            <pc:docMk/>
            <pc:sldMk cId="0" sldId="264"/>
            <ac:spMk id="115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2:56.774" v="123" actId="14100"/>
          <ac:spMkLst>
            <pc:docMk/>
            <pc:sldMk cId="0" sldId="264"/>
            <ac:spMk id="116" creationId="{00000000-0000-0000-0000-000000000000}"/>
          </ac:spMkLst>
        </pc:spChg>
      </pc:sldChg>
      <pc:sldChg chg="addSp delSp modSp mod modClrScheme chgLayout">
        <pc:chgData name="Stefan Bildea" userId="14ee9846484ecb5c" providerId="LiveId" clId="{83BE690E-A8E1-4F39-93E0-6C6F611EAF9A}" dt="2021-10-19T15:51:13.077" v="86" actId="700"/>
        <pc:sldMkLst>
          <pc:docMk/>
          <pc:sldMk cId="0" sldId="265"/>
        </pc:sldMkLst>
        <pc:spChg chg="add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5"/>
            <ac:spMk id="2" creationId="{1761E871-26BD-4E91-AD1E-0057C3251A72}"/>
          </ac:spMkLst>
        </pc:spChg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5"/>
            <ac:spMk id="121" creationId="{00000000-0000-0000-0000-000000000000}"/>
          </ac:spMkLst>
        </pc:spChg>
        <pc:spChg chg="del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5"/>
            <ac:spMk id="122" creationId="{00000000-0000-0000-0000-000000000000}"/>
          </ac:spMkLst>
        </pc:spChg>
      </pc:sldChg>
      <pc:sldChg chg="addSp delSp modSp mod modClrScheme chgLayout">
        <pc:chgData name="Stefan Bildea" userId="14ee9846484ecb5c" providerId="LiveId" clId="{83BE690E-A8E1-4F39-93E0-6C6F611EAF9A}" dt="2021-10-19T15:51:13.077" v="86" actId="700"/>
        <pc:sldMkLst>
          <pc:docMk/>
          <pc:sldMk cId="0" sldId="266"/>
        </pc:sldMkLst>
        <pc:spChg chg="add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6"/>
            <ac:spMk id="2" creationId="{75444D6C-4672-437E-B59B-971AD5950050}"/>
          </ac:spMkLst>
        </pc:spChg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6"/>
            <ac:spMk id="128" creationId="{00000000-0000-0000-0000-000000000000}"/>
          </ac:spMkLst>
        </pc:spChg>
        <pc:spChg chg="del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6"/>
            <ac:spMk id="129" creationId="{00000000-0000-0000-0000-000000000000}"/>
          </ac:spMkLst>
        </pc:spChg>
      </pc:sldChg>
      <pc:sldChg chg="addSp modSp mod modClrScheme chgLayout">
        <pc:chgData name="Stefan Bildea" userId="14ee9846484ecb5c" providerId="LiveId" clId="{83BE690E-A8E1-4F39-93E0-6C6F611EAF9A}" dt="2021-10-19T15:51:13.077" v="86" actId="700"/>
        <pc:sldMkLst>
          <pc:docMk/>
          <pc:sldMk cId="0" sldId="267"/>
        </pc:sldMkLst>
        <pc:spChg chg="add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7"/>
            <ac:spMk id="2" creationId="{63DEF153-2183-4FA8-943A-562F513D954F}"/>
          </ac:spMkLst>
        </pc:spChg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7"/>
            <ac:spMk id="135" creationId="{00000000-0000-0000-0000-000000000000}"/>
          </ac:spMkLst>
        </pc:spChg>
      </pc:sldChg>
      <pc:sldChg chg="addSp delSp modSp mod modClrScheme chgLayout">
        <pc:chgData name="Stefan Bildea" userId="14ee9846484ecb5c" providerId="LiveId" clId="{83BE690E-A8E1-4F39-93E0-6C6F611EAF9A}" dt="2021-10-19T15:51:13.077" v="86" actId="700"/>
        <pc:sldMkLst>
          <pc:docMk/>
          <pc:sldMk cId="0" sldId="268"/>
        </pc:sldMkLst>
        <pc:spChg chg="add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8"/>
            <ac:spMk id="2" creationId="{4A3E9FDE-E414-45CC-84A5-487152EFAA3E}"/>
          </ac:spMkLst>
        </pc:spChg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8"/>
            <ac:spMk id="142" creationId="{00000000-0000-0000-0000-000000000000}"/>
          </ac:spMkLst>
        </pc:spChg>
        <pc:spChg chg="del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8"/>
            <ac:spMk id="143" creationId="{00000000-0000-0000-0000-000000000000}"/>
          </ac:spMkLst>
        </pc:spChg>
      </pc:sldChg>
      <pc:sldChg chg="addSp delSp modSp mod modClrScheme chgLayout">
        <pc:chgData name="Stefan Bildea" userId="14ee9846484ecb5c" providerId="LiveId" clId="{83BE690E-A8E1-4F39-93E0-6C6F611EAF9A}" dt="2021-10-19T15:51:13.077" v="86" actId="700"/>
        <pc:sldMkLst>
          <pc:docMk/>
          <pc:sldMk cId="0" sldId="269"/>
        </pc:sldMkLst>
        <pc:spChg chg="add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9"/>
            <ac:spMk id="2" creationId="{22647864-D19F-4FE3-9EDB-A2C46C369308}"/>
          </ac:spMkLst>
        </pc:spChg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9"/>
            <ac:spMk id="150" creationId="{00000000-0000-0000-0000-000000000000}"/>
          </ac:spMkLst>
        </pc:spChg>
        <pc:spChg chg="del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9"/>
            <ac:spMk id="151" creationId="{00000000-0000-0000-0000-000000000000}"/>
          </ac:spMkLst>
        </pc:spChg>
      </pc:sldChg>
      <pc:sldChg chg="addSp delSp modSp mod modClrScheme chgLayout">
        <pc:chgData name="Stefan Bildea" userId="14ee9846484ecb5c" providerId="LiveId" clId="{83BE690E-A8E1-4F39-93E0-6C6F611EAF9A}" dt="2021-10-19T15:51:13.077" v="86" actId="700"/>
        <pc:sldMkLst>
          <pc:docMk/>
          <pc:sldMk cId="0" sldId="270"/>
        </pc:sldMkLst>
        <pc:spChg chg="add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70"/>
            <ac:spMk id="2" creationId="{07D1FCEA-7DC9-4B0B-AE4F-442CEF2DA58F}"/>
          </ac:spMkLst>
        </pc:spChg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70"/>
            <ac:spMk id="158" creationId="{00000000-0000-0000-0000-000000000000}"/>
          </ac:spMkLst>
        </pc:spChg>
        <pc:spChg chg="del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70"/>
            <ac:spMk id="159" creationId="{00000000-0000-0000-0000-000000000000}"/>
          </ac:spMkLst>
        </pc:spChg>
      </pc:sldChg>
      <pc:sldChg chg="addSp modSp mod modClrScheme chgLayout">
        <pc:chgData name="Stefan Bildea" userId="14ee9846484ecb5c" providerId="LiveId" clId="{83BE690E-A8E1-4F39-93E0-6C6F611EAF9A}" dt="2021-10-19T15:52:16.267" v="91" actId="6549"/>
        <pc:sldMkLst>
          <pc:docMk/>
          <pc:sldMk cId="0" sldId="271"/>
        </pc:sldMkLst>
        <pc:spChg chg="add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71"/>
            <ac:spMk id="2" creationId="{82914EB1-FA4F-4107-9F39-5E7280AB7F83}"/>
          </ac:spMkLst>
        </pc:spChg>
        <pc:spChg chg="mod ord">
          <ac:chgData name="Stefan Bildea" userId="14ee9846484ecb5c" providerId="LiveId" clId="{83BE690E-A8E1-4F39-93E0-6C6F611EAF9A}" dt="2021-10-19T15:52:16.267" v="91" actId="6549"/>
          <ac:spMkLst>
            <pc:docMk/>
            <pc:sldMk cId="0" sldId="271"/>
            <ac:spMk id="165" creationId="{00000000-0000-0000-0000-000000000000}"/>
          </ac:spMkLst>
        </pc:spChg>
      </pc:sldChg>
      <pc:sldChg chg="addSp delSp modSp mod modClrScheme chgLayout">
        <pc:chgData name="Stefan Bildea" userId="14ee9846484ecb5c" providerId="LiveId" clId="{83BE690E-A8E1-4F39-93E0-6C6F611EAF9A}" dt="2021-10-19T15:52:20.222" v="92" actId="6549"/>
        <pc:sldMkLst>
          <pc:docMk/>
          <pc:sldMk cId="0" sldId="272"/>
        </pc:sldMkLst>
        <pc:spChg chg="add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72"/>
            <ac:spMk id="2" creationId="{5E79271B-7E6F-4720-8CE1-15EB5C5D19AF}"/>
          </ac:spMkLst>
        </pc:spChg>
        <pc:spChg chg="mod ord">
          <ac:chgData name="Stefan Bildea" userId="14ee9846484ecb5c" providerId="LiveId" clId="{83BE690E-A8E1-4F39-93E0-6C6F611EAF9A}" dt="2021-10-19T15:52:20.222" v="92" actId="6549"/>
          <ac:spMkLst>
            <pc:docMk/>
            <pc:sldMk cId="0" sldId="272"/>
            <ac:spMk id="171" creationId="{00000000-0000-0000-0000-000000000000}"/>
          </ac:spMkLst>
        </pc:spChg>
        <pc:spChg chg="del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72"/>
            <ac:spMk id="172" creationId="{00000000-0000-0000-0000-000000000000}"/>
          </ac:spMkLst>
        </pc:spChg>
      </pc:sldChg>
      <pc:sldChg chg="addSp delSp modSp mod modClrScheme chgLayout">
        <pc:chgData name="Stefan Bildea" userId="14ee9846484ecb5c" providerId="LiveId" clId="{83BE690E-A8E1-4F39-93E0-6C6F611EAF9A}" dt="2021-10-19T16:17:52.590" v="550" actId="1076"/>
        <pc:sldMkLst>
          <pc:docMk/>
          <pc:sldMk cId="0" sldId="273"/>
        </pc:sldMkLst>
        <pc:spChg chg="mod ord">
          <ac:chgData name="Stefan Bildea" userId="14ee9846484ecb5c" providerId="LiveId" clId="{83BE690E-A8E1-4F39-93E0-6C6F611EAF9A}" dt="2021-10-19T16:14:14.051" v="475" actId="20577"/>
          <ac:spMkLst>
            <pc:docMk/>
            <pc:sldMk cId="0" sldId="273"/>
            <ac:spMk id="178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73"/>
            <ac:spMk id="179" creationId="{00000000-0000-0000-0000-000000000000}"/>
          </ac:spMkLst>
        </pc:spChg>
        <pc:spChg chg="mod">
          <ac:chgData name="Stefan Bildea" userId="14ee9846484ecb5c" providerId="LiveId" clId="{83BE690E-A8E1-4F39-93E0-6C6F611EAF9A}" dt="2021-10-19T16:17:43.765" v="548" actId="164"/>
          <ac:spMkLst>
            <pc:docMk/>
            <pc:sldMk cId="0" sldId="273"/>
            <ac:spMk id="182" creationId="{00000000-0000-0000-0000-000000000000}"/>
          </ac:spMkLst>
        </pc:spChg>
        <pc:spChg chg="add del mod">
          <ac:chgData name="Stefan Bildea" userId="14ee9846484ecb5c" providerId="LiveId" clId="{83BE690E-A8E1-4F39-93E0-6C6F611EAF9A}" dt="2021-10-19T16:17:43.765" v="548" actId="164"/>
          <ac:spMkLst>
            <pc:docMk/>
            <pc:sldMk cId="0" sldId="273"/>
            <ac:spMk id="183" creationId="{00000000-0000-0000-0000-000000000000}"/>
          </ac:spMkLst>
        </pc:spChg>
        <pc:spChg chg="mod">
          <ac:chgData name="Stefan Bildea" userId="14ee9846484ecb5c" providerId="LiveId" clId="{83BE690E-A8E1-4F39-93E0-6C6F611EAF9A}" dt="2021-10-19T16:17:43.765" v="548" actId="164"/>
          <ac:spMkLst>
            <pc:docMk/>
            <pc:sldMk cId="0" sldId="273"/>
            <ac:spMk id="184" creationId="{00000000-0000-0000-0000-000000000000}"/>
          </ac:spMkLst>
        </pc:spChg>
        <pc:spChg chg="mod">
          <ac:chgData name="Stefan Bildea" userId="14ee9846484ecb5c" providerId="LiveId" clId="{83BE690E-A8E1-4F39-93E0-6C6F611EAF9A}" dt="2021-10-19T16:17:43.765" v="548" actId="164"/>
          <ac:spMkLst>
            <pc:docMk/>
            <pc:sldMk cId="0" sldId="273"/>
            <ac:spMk id="185" creationId="{00000000-0000-0000-0000-000000000000}"/>
          </ac:spMkLst>
        </pc:spChg>
        <pc:spChg chg="mod">
          <ac:chgData name="Stefan Bildea" userId="14ee9846484ecb5c" providerId="LiveId" clId="{83BE690E-A8E1-4F39-93E0-6C6F611EAF9A}" dt="2021-10-19T16:17:43.765" v="548" actId="164"/>
          <ac:spMkLst>
            <pc:docMk/>
            <pc:sldMk cId="0" sldId="273"/>
            <ac:spMk id="186" creationId="{00000000-0000-0000-0000-000000000000}"/>
          </ac:spMkLst>
        </pc:spChg>
        <pc:spChg chg="mod">
          <ac:chgData name="Stefan Bildea" userId="14ee9846484ecb5c" providerId="LiveId" clId="{83BE690E-A8E1-4F39-93E0-6C6F611EAF9A}" dt="2021-10-19T16:17:43.765" v="548" actId="164"/>
          <ac:spMkLst>
            <pc:docMk/>
            <pc:sldMk cId="0" sldId="273"/>
            <ac:spMk id="187" creationId="{00000000-0000-0000-0000-000000000000}"/>
          </ac:spMkLst>
        </pc:spChg>
        <pc:spChg chg="mod">
          <ac:chgData name="Stefan Bildea" userId="14ee9846484ecb5c" providerId="LiveId" clId="{83BE690E-A8E1-4F39-93E0-6C6F611EAF9A}" dt="2021-10-19T16:17:43.765" v="548" actId="164"/>
          <ac:spMkLst>
            <pc:docMk/>
            <pc:sldMk cId="0" sldId="273"/>
            <ac:spMk id="188" creationId="{00000000-0000-0000-0000-000000000000}"/>
          </ac:spMkLst>
        </pc:spChg>
        <pc:grpChg chg="add mod">
          <ac:chgData name="Stefan Bildea" userId="14ee9846484ecb5c" providerId="LiveId" clId="{83BE690E-A8E1-4F39-93E0-6C6F611EAF9A}" dt="2021-10-19T16:17:52.590" v="550" actId="1076"/>
          <ac:grpSpMkLst>
            <pc:docMk/>
            <pc:sldMk cId="0" sldId="273"/>
            <ac:grpSpMk id="2" creationId="{1724F41F-8D02-4A5E-AA96-7D10482CDD8C}"/>
          </ac:grpSpMkLst>
        </pc:grpChg>
        <pc:picChg chg="mod">
          <ac:chgData name="Stefan Bildea" userId="14ee9846484ecb5c" providerId="LiveId" clId="{83BE690E-A8E1-4F39-93E0-6C6F611EAF9A}" dt="2021-10-19T16:17:43.765" v="548" actId="164"/>
          <ac:picMkLst>
            <pc:docMk/>
            <pc:sldMk cId="0" sldId="273"/>
            <ac:picMk id="181" creationId="{00000000-0000-0000-0000-000000000000}"/>
          </ac:picMkLst>
        </pc:picChg>
      </pc:sldChg>
      <pc:sldChg chg="modSp mod modClrScheme chgLayout">
        <pc:chgData name="Stefan Bildea" userId="14ee9846484ecb5c" providerId="LiveId" clId="{83BE690E-A8E1-4F39-93E0-6C6F611EAF9A}" dt="2021-10-19T16:18:18.792" v="552" actId="20577"/>
        <pc:sldMkLst>
          <pc:docMk/>
          <pc:sldMk cId="0" sldId="274"/>
        </pc:sldMkLst>
        <pc:spChg chg="mod ord">
          <ac:chgData name="Stefan Bildea" userId="14ee9846484ecb5c" providerId="LiveId" clId="{83BE690E-A8E1-4F39-93E0-6C6F611EAF9A}" dt="2021-10-19T16:14:31.487" v="476"/>
          <ac:spMkLst>
            <pc:docMk/>
            <pc:sldMk cId="0" sldId="274"/>
            <ac:spMk id="193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6:18:18.792" v="552" actId="20577"/>
          <ac:spMkLst>
            <pc:docMk/>
            <pc:sldMk cId="0" sldId="274"/>
            <ac:spMk id="194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6:14:36.161" v="477"/>
        <pc:sldMkLst>
          <pc:docMk/>
          <pc:sldMk cId="0" sldId="275"/>
        </pc:sldMkLst>
        <pc:spChg chg="mod ord">
          <ac:chgData name="Stefan Bildea" userId="14ee9846484ecb5c" providerId="LiveId" clId="{83BE690E-A8E1-4F39-93E0-6C6F611EAF9A}" dt="2021-10-19T16:14:36.161" v="477"/>
          <ac:spMkLst>
            <pc:docMk/>
            <pc:sldMk cId="0" sldId="275"/>
            <ac:spMk id="209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75"/>
            <ac:spMk id="210" creationId="{00000000-0000-0000-0000-000000000000}"/>
          </ac:spMkLst>
        </pc:spChg>
        <pc:picChg chg="mod">
          <ac:chgData name="Stefan Bildea" userId="14ee9846484ecb5c" providerId="LiveId" clId="{83BE690E-A8E1-4F39-93E0-6C6F611EAF9A}" dt="2021-10-19T15:57:24.967" v="134" actId="1076"/>
          <ac:picMkLst>
            <pc:docMk/>
            <pc:sldMk cId="0" sldId="275"/>
            <ac:picMk id="212" creationId="{00000000-0000-0000-0000-000000000000}"/>
          </ac:picMkLst>
        </pc:picChg>
      </pc:sldChg>
      <pc:sldChg chg="modSp mod modClrScheme chgLayout">
        <pc:chgData name="Stefan Bildea" userId="14ee9846484ecb5c" providerId="LiveId" clId="{83BE690E-A8E1-4F39-93E0-6C6F611EAF9A}" dt="2021-10-19T16:16:48.211" v="512" actId="14100"/>
        <pc:sldMkLst>
          <pc:docMk/>
          <pc:sldMk cId="0" sldId="276"/>
        </pc:sldMkLst>
        <pc:spChg chg="mod ord">
          <ac:chgData name="Stefan Bildea" userId="14ee9846484ecb5c" providerId="LiveId" clId="{83BE690E-A8E1-4F39-93E0-6C6F611EAF9A}" dt="2021-10-19T16:14:44.584" v="480"/>
          <ac:spMkLst>
            <pc:docMk/>
            <pc:sldMk cId="0" sldId="276"/>
            <ac:spMk id="218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6:16:48.211" v="512" actId="14100"/>
          <ac:spMkLst>
            <pc:docMk/>
            <pc:sldMk cId="0" sldId="276"/>
            <ac:spMk id="219" creationId="{00000000-0000-0000-0000-000000000000}"/>
          </ac:spMkLst>
        </pc:spChg>
      </pc:sldChg>
      <pc:sldChg chg="modSp del mod modClrScheme chgLayout">
        <pc:chgData name="Stefan Bildea" userId="14ee9846484ecb5c" providerId="LiveId" clId="{83BE690E-A8E1-4F39-93E0-6C6F611EAF9A}" dt="2021-10-19T16:15:14.389" v="483" actId="47"/>
        <pc:sldMkLst>
          <pc:docMk/>
          <pc:sldMk cId="0" sldId="277"/>
        </pc:sldMkLst>
        <pc:spChg chg="mod ord">
          <ac:chgData name="Stefan Bildea" userId="14ee9846484ecb5c" providerId="LiveId" clId="{83BE690E-A8E1-4F39-93E0-6C6F611EAF9A}" dt="2021-10-19T16:14:50.432" v="481"/>
          <ac:spMkLst>
            <pc:docMk/>
            <pc:sldMk cId="0" sldId="277"/>
            <ac:spMk id="225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77"/>
            <ac:spMk id="226" creationId="{00000000-0000-0000-0000-000000000000}"/>
          </ac:spMkLst>
        </pc:spChg>
      </pc:sldChg>
      <pc:sldChg chg="modSp del mod modClrScheme chgLayout">
        <pc:chgData name="Stefan Bildea" userId="14ee9846484ecb5c" providerId="LiveId" clId="{83BE690E-A8E1-4F39-93E0-6C6F611EAF9A}" dt="2021-10-19T16:15:16.019" v="484" actId="47"/>
        <pc:sldMkLst>
          <pc:docMk/>
          <pc:sldMk cId="0" sldId="278"/>
        </pc:sldMkLst>
        <pc:spChg chg="mod ord">
          <ac:chgData name="Stefan Bildea" userId="14ee9846484ecb5c" providerId="LiveId" clId="{83BE690E-A8E1-4F39-93E0-6C6F611EAF9A}" dt="2021-10-19T16:14:57.830" v="482"/>
          <ac:spMkLst>
            <pc:docMk/>
            <pc:sldMk cId="0" sldId="278"/>
            <ac:spMk id="232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78"/>
            <ac:spMk id="233" creationId="{00000000-0000-0000-0000-000000000000}"/>
          </ac:spMkLst>
        </pc:spChg>
      </pc:sldChg>
      <pc:sldChg chg="addSp modSp mod modClrScheme chgLayout">
        <pc:chgData name="Stefan Bildea" userId="14ee9846484ecb5c" providerId="LiveId" clId="{83BE690E-A8E1-4F39-93E0-6C6F611EAF9A}" dt="2021-10-19T15:58:05.324" v="143" actId="20577"/>
        <pc:sldMkLst>
          <pc:docMk/>
          <pc:sldMk cId="0" sldId="279"/>
        </pc:sldMkLst>
        <pc:spChg chg="add mod ord">
          <ac:chgData name="Stefan Bildea" userId="14ee9846484ecb5c" providerId="LiveId" clId="{83BE690E-A8E1-4F39-93E0-6C6F611EAF9A}" dt="2021-10-19T15:57:41.539" v="135" actId="700"/>
          <ac:spMkLst>
            <pc:docMk/>
            <pc:sldMk cId="0" sldId="279"/>
            <ac:spMk id="2" creationId="{584DA310-0EF6-439D-AA41-61F34B161C81}"/>
          </ac:spMkLst>
        </pc:spChg>
        <pc:spChg chg="mod ord">
          <ac:chgData name="Stefan Bildea" userId="14ee9846484ecb5c" providerId="LiveId" clId="{83BE690E-A8E1-4F39-93E0-6C6F611EAF9A}" dt="2021-10-19T15:58:05.324" v="143" actId="20577"/>
          <ac:spMkLst>
            <pc:docMk/>
            <pc:sldMk cId="0" sldId="279"/>
            <ac:spMk id="241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5:58:48.964" v="144" actId="700"/>
        <pc:sldMkLst>
          <pc:docMk/>
          <pc:sldMk cId="0" sldId="280"/>
        </pc:sldMkLst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0"/>
            <ac:spMk id="246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0"/>
            <ac:spMk id="247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5:58:48.964" v="144" actId="700"/>
        <pc:sldMkLst>
          <pc:docMk/>
          <pc:sldMk cId="0" sldId="281"/>
        </pc:sldMkLst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1"/>
            <ac:spMk id="252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1"/>
            <ac:spMk id="253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5:59:38.016" v="146" actId="732"/>
        <pc:sldMkLst>
          <pc:docMk/>
          <pc:sldMk cId="0" sldId="282"/>
        </pc:sldMkLst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2"/>
            <ac:spMk id="263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2"/>
            <ac:spMk id="264" creationId="{00000000-0000-0000-0000-000000000000}"/>
          </ac:spMkLst>
        </pc:spChg>
        <pc:picChg chg="mod modCrop">
          <ac:chgData name="Stefan Bildea" userId="14ee9846484ecb5c" providerId="LiveId" clId="{83BE690E-A8E1-4F39-93E0-6C6F611EAF9A}" dt="2021-10-19T15:59:38.016" v="146" actId="732"/>
          <ac:picMkLst>
            <pc:docMk/>
            <pc:sldMk cId="0" sldId="282"/>
            <ac:picMk id="266" creationId="{00000000-0000-0000-0000-000000000000}"/>
          </ac:picMkLst>
        </pc:picChg>
      </pc:sldChg>
      <pc:sldChg chg="modSp mod modClrScheme chgLayout">
        <pc:chgData name="Stefan Bildea" userId="14ee9846484ecb5c" providerId="LiveId" clId="{83BE690E-A8E1-4F39-93E0-6C6F611EAF9A}" dt="2021-10-19T15:58:48.964" v="144" actId="700"/>
        <pc:sldMkLst>
          <pc:docMk/>
          <pc:sldMk cId="0" sldId="283"/>
        </pc:sldMkLst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3"/>
            <ac:spMk id="273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3"/>
            <ac:spMk id="274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5:58:48.964" v="144" actId="700"/>
        <pc:sldMkLst>
          <pc:docMk/>
          <pc:sldMk cId="0" sldId="284"/>
        </pc:sldMkLst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4"/>
            <ac:spMk id="280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4"/>
            <ac:spMk id="281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5:58:48.964" v="144" actId="700"/>
        <pc:sldMkLst>
          <pc:docMk/>
          <pc:sldMk cId="0" sldId="285"/>
        </pc:sldMkLst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5"/>
            <ac:spMk id="287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5"/>
            <ac:spMk id="288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6:01:56.568" v="157" actId="20577"/>
        <pc:sldMkLst>
          <pc:docMk/>
          <pc:sldMk cId="0" sldId="286"/>
        </pc:sldMkLst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6"/>
            <ac:spMk id="295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6:01:56.568" v="157" actId="20577"/>
          <ac:spMkLst>
            <pc:docMk/>
            <pc:sldMk cId="0" sldId="286"/>
            <ac:spMk id="296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6:02:30.568" v="164" actId="20577"/>
        <pc:sldMkLst>
          <pc:docMk/>
          <pc:sldMk cId="0" sldId="287"/>
        </pc:sldMkLst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7"/>
            <ac:spMk id="301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6:02:30.568" v="164" actId="20577"/>
          <ac:spMkLst>
            <pc:docMk/>
            <pc:sldMk cId="0" sldId="287"/>
            <ac:spMk id="302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6:09:04.400" v="432" actId="20577"/>
        <pc:sldMkLst>
          <pc:docMk/>
          <pc:sldMk cId="0" sldId="288"/>
        </pc:sldMkLst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8"/>
            <ac:spMk id="308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6:09:04.400" v="432" actId="20577"/>
          <ac:spMkLst>
            <pc:docMk/>
            <pc:sldMk cId="0" sldId="288"/>
            <ac:spMk id="309" creationId="{00000000-0000-0000-0000-000000000000}"/>
          </ac:spMkLst>
        </pc:spChg>
        <pc:picChg chg="mod">
          <ac:chgData name="Stefan Bildea" userId="14ee9846484ecb5c" providerId="LiveId" clId="{83BE690E-A8E1-4F39-93E0-6C6F611EAF9A}" dt="2021-10-19T16:02:53.783" v="166" actId="1076"/>
          <ac:picMkLst>
            <pc:docMk/>
            <pc:sldMk cId="0" sldId="288"/>
            <ac:picMk id="310" creationId="{00000000-0000-0000-0000-000000000000}"/>
          </ac:picMkLst>
        </pc:picChg>
      </pc:sldChg>
      <pc:sldChg chg="modSp mod modClrScheme chgLayout">
        <pc:chgData name="Stefan Bildea" userId="14ee9846484ecb5c" providerId="LiveId" clId="{83BE690E-A8E1-4F39-93E0-6C6F611EAF9A}" dt="2021-10-19T16:10:26.315" v="457" actId="20577"/>
        <pc:sldMkLst>
          <pc:docMk/>
          <pc:sldMk cId="0" sldId="289"/>
        </pc:sldMkLst>
        <pc:spChg chg="mod ord">
          <ac:chgData name="Stefan Bildea" userId="14ee9846484ecb5c" providerId="LiveId" clId="{83BE690E-A8E1-4F39-93E0-6C6F611EAF9A}" dt="2021-10-19T16:10:26.315" v="457" actId="20577"/>
          <ac:spMkLst>
            <pc:docMk/>
            <pc:sldMk cId="0" sldId="289"/>
            <ac:spMk id="315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6:09:26.476" v="435" actId="20577"/>
          <ac:spMkLst>
            <pc:docMk/>
            <pc:sldMk cId="0" sldId="289"/>
            <ac:spMk id="317" creationId="{00000000-0000-0000-0000-000000000000}"/>
          </ac:spMkLst>
        </pc:spChg>
        <pc:spChg chg="mod">
          <ac:chgData name="Stefan Bildea" userId="14ee9846484ecb5c" providerId="LiveId" clId="{83BE690E-A8E1-4F39-93E0-6C6F611EAF9A}" dt="2021-10-19T16:10:03.999" v="453" actId="1076"/>
          <ac:spMkLst>
            <pc:docMk/>
            <pc:sldMk cId="0" sldId="289"/>
            <ac:spMk id="318" creationId="{00000000-0000-0000-0000-000000000000}"/>
          </ac:spMkLst>
        </pc:spChg>
        <pc:picChg chg="mod">
          <ac:chgData name="Stefan Bildea" userId="14ee9846484ecb5c" providerId="LiveId" clId="{83BE690E-A8E1-4F39-93E0-6C6F611EAF9A}" dt="2021-10-19T16:10:03.999" v="453" actId="1076"/>
          <ac:picMkLst>
            <pc:docMk/>
            <pc:sldMk cId="0" sldId="289"/>
            <ac:picMk id="316" creationId="{00000000-0000-0000-0000-000000000000}"/>
          </ac:picMkLst>
        </pc:picChg>
      </pc:sldChg>
      <pc:sldChg chg="addSp modSp mod modClrScheme chgLayout">
        <pc:chgData name="Stefan Bildea" userId="14ee9846484ecb5c" providerId="LiveId" clId="{83BE690E-A8E1-4F39-93E0-6C6F611EAF9A}" dt="2021-10-19T16:10:37.108" v="458" actId="700"/>
        <pc:sldMkLst>
          <pc:docMk/>
          <pc:sldMk cId="0" sldId="290"/>
        </pc:sldMkLst>
        <pc:spChg chg="add mod ord">
          <ac:chgData name="Stefan Bildea" userId="14ee9846484ecb5c" providerId="LiveId" clId="{83BE690E-A8E1-4F39-93E0-6C6F611EAF9A}" dt="2021-10-19T16:10:37.108" v="458" actId="700"/>
          <ac:spMkLst>
            <pc:docMk/>
            <pc:sldMk cId="0" sldId="290"/>
            <ac:spMk id="2" creationId="{4C99618C-6A04-4239-B455-C2AE23F41B90}"/>
          </ac:spMkLst>
        </pc:spChg>
        <pc:spChg chg="mod ord">
          <ac:chgData name="Stefan Bildea" userId="14ee9846484ecb5c" providerId="LiveId" clId="{83BE690E-A8E1-4F39-93E0-6C6F611EAF9A}" dt="2021-10-19T16:10:37.108" v="458" actId="700"/>
          <ac:spMkLst>
            <pc:docMk/>
            <pc:sldMk cId="0" sldId="290"/>
            <ac:spMk id="323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6:11:46.887" v="470" actId="108"/>
        <pc:sldMkLst>
          <pc:docMk/>
          <pc:sldMk cId="0" sldId="292"/>
        </pc:sldMkLst>
        <pc:spChg chg="mod ord">
          <ac:chgData name="Stefan Bildea" userId="14ee9846484ecb5c" providerId="LiveId" clId="{83BE690E-A8E1-4F39-93E0-6C6F611EAF9A}" dt="2021-10-19T16:11:00.411" v="459" actId="700"/>
          <ac:spMkLst>
            <pc:docMk/>
            <pc:sldMk cId="0" sldId="292"/>
            <ac:spMk id="333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6:11:46.887" v="470" actId="108"/>
          <ac:spMkLst>
            <pc:docMk/>
            <pc:sldMk cId="0" sldId="292"/>
            <ac:spMk id="334" creationId="{00000000-0000-0000-0000-000000000000}"/>
          </ac:spMkLst>
        </pc:spChg>
      </pc:sldChg>
      <pc:sldChg chg="addSp delSp modSp new del mod">
        <pc:chgData name="Stefan Bildea" userId="14ee9846484ecb5c" providerId="LiveId" clId="{83BE690E-A8E1-4F39-93E0-6C6F611EAF9A}" dt="2021-10-20T06:41:23.697" v="561" actId="47"/>
        <pc:sldMkLst>
          <pc:docMk/>
          <pc:sldMk cId="3865377911" sldId="293"/>
        </pc:sldMkLst>
        <pc:spChg chg="add del">
          <ac:chgData name="Stefan Bildea" userId="14ee9846484ecb5c" providerId="LiveId" clId="{83BE690E-A8E1-4F39-93E0-6C6F611EAF9A}" dt="2021-10-20T06:37:21.974" v="555" actId="22"/>
          <ac:spMkLst>
            <pc:docMk/>
            <pc:sldMk cId="3865377911" sldId="293"/>
            <ac:spMk id="5" creationId="{A4C2D493-EDE7-4E89-BC22-B5C10AF8000E}"/>
          </ac:spMkLst>
        </pc:spChg>
        <pc:picChg chg="add del mod modCrop">
          <ac:chgData name="Stefan Bildea" userId="14ee9846484ecb5c" providerId="LiveId" clId="{83BE690E-A8E1-4F39-93E0-6C6F611EAF9A}" dt="2021-10-20T06:41:18.330" v="560" actId="478"/>
          <ac:picMkLst>
            <pc:docMk/>
            <pc:sldMk cId="3865377911" sldId="293"/>
            <ac:picMk id="6" creationId="{5025B73A-7446-4A15-91AD-C4E8D3EB9BD9}"/>
          </ac:picMkLst>
        </pc:picChg>
      </pc:sldChg>
    </pc:docChg>
  </pc:docChgLst>
  <pc:docChgLst>
    <pc:chgData name="Stefan Bildea" userId="14ee9846484ecb5c" providerId="LiveId" clId="{19FDC352-C7B3-459B-8AF4-51EC65A8DE48}"/>
    <pc:docChg chg="modSld">
      <pc:chgData name="Stefan Bildea" userId="14ee9846484ecb5c" providerId="LiveId" clId="{19FDC352-C7B3-459B-8AF4-51EC65A8DE48}" dt="2024-10-06T11:13:48.770" v="11" actId="13926"/>
      <pc:docMkLst>
        <pc:docMk/>
      </pc:docMkLst>
      <pc:sldChg chg="modSp mod">
        <pc:chgData name="Stefan Bildea" userId="14ee9846484ecb5c" providerId="LiveId" clId="{19FDC352-C7B3-459B-8AF4-51EC65A8DE48}" dt="2024-10-06T11:11:54.527" v="1" actId="20577"/>
        <pc:sldMkLst>
          <pc:docMk/>
          <pc:sldMk cId="0" sldId="256"/>
        </pc:sldMkLst>
        <pc:spChg chg="mod">
          <ac:chgData name="Stefan Bildea" userId="14ee9846484ecb5c" providerId="LiveId" clId="{19FDC352-C7B3-459B-8AF4-51EC65A8DE48}" dt="2024-10-06T11:11:54.527" v="1" actId="20577"/>
          <ac:spMkLst>
            <pc:docMk/>
            <pc:sldMk cId="0" sldId="256"/>
            <ac:spMk id="63" creationId="{00000000-0000-0000-0000-000000000000}"/>
          </ac:spMkLst>
        </pc:spChg>
      </pc:sldChg>
      <pc:sldChg chg="modSp mod">
        <pc:chgData name="Stefan Bildea" userId="14ee9846484ecb5c" providerId="LiveId" clId="{19FDC352-C7B3-459B-8AF4-51EC65A8DE48}" dt="2024-10-06T11:13:48.770" v="11" actId="13926"/>
        <pc:sldMkLst>
          <pc:docMk/>
          <pc:sldMk cId="1980379935" sldId="308"/>
        </pc:sldMkLst>
        <pc:spChg chg="mod">
          <ac:chgData name="Stefan Bildea" userId="14ee9846484ecb5c" providerId="LiveId" clId="{19FDC352-C7B3-459B-8AF4-51EC65A8DE48}" dt="2024-10-06T11:13:48.770" v="11" actId="13926"/>
          <ac:spMkLst>
            <pc:docMk/>
            <pc:sldMk cId="1980379935" sldId="308"/>
            <ac:spMk id="3" creationId="{BE040A14-ABCB-6E15-1DC9-3CAD1FFDEFCB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C7293843-128C-4D2B-A103-9DA2C2C927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05568" y="3938020"/>
            <a:ext cx="1941394" cy="1020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003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5FE184C9-9BA9-4964-9353-EED79D9D08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136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6CE7D4D5-31B5-4ABD-90BD-C83C47DA76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88449" y="3500728"/>
            <a:ext cx="1371380" cy="72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741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361C6F62-48BD-4DB9-9BD5-838E597A83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423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594DFD41-4391-433D-8899-002824FDE5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339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67108B6D-DAC9-4BD3-87CB-9BD75FAAB8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907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41319771-AF7C-4669-99A2-265F52023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002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F0BE1DC0-2928-45ED-8EAB-71B3914A87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359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5AD7E8F7-2B81-4172-BD37-3FDB853E28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97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B554B6C4-1F10-4A65-872F-011A6AF433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54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D6B35E48-9C0D-4BC2-B9D1-9422CDD4D8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3157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885FC70C-D76D-0AA4-8609-28302102026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474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linkedin.com/pulse/standardization-machine-learning-sachin-vinay/" TargetMode="Externa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3CC1A-823B-F644-300D-4CC0E45F0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Normalizare, standardizare (</a:t>
            </a:r>
            <a:r>
              <a:rPr lang="ro-RO" dirty="0">
                <a:hlinkClick r:id="rId2"/>
              </a:rPr>
              <a:t>ref</a:t>
            </a:r>
            <a:r>
              <a:rPr lang="ro-RO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40A14-ABCB-6E15-1DC9-3CAD1FFD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dirty="0"/>
              <a:t>Pentru modelele bazate pe distanță, standardizarea este efectuată pentru a preveni caracteristicile cu intervale mai largi să domine metrica distanței. </a:t>
            </a:r>
          </a:p>
          <a:p>
            <a:endParaRPr lang="ro-RO" dirty="0"/>
          </a:p>
        </p:txBody>
      </p:sp>
      <p:pic>
        <p:nvPicPr>
          <p:cNvPr id="1026" name="Picture 2" descr="No alt text provided for this image">
            <a:extLst>
              <a:ext uri="{FF2B5EF4-FFF2-40B4-BE49-F238E27FC236}">
                <a16:creationId xmlns:a16="http://schemas.microsoft.com/office/drawing/2014/main" id="{13145C57-6443-F23C-BA72-152D8332CA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2267903"/>
            <a:ext cx="3524250" cy="2820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o alt text provided for this image">
            <a:extLst>
              <a:ext uri="{FF2B5EF4-FFF2-40B4-BE49-F238E27FC236}">
                <a16:creationId xmlns:a16="http://schemas.microsoft.com/office/drawing/2014/main" id="{5EF7B96F-B9C1-4A46-EC0A-DCB4FF4534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7170" y="2113004"/>
            <a:ext cx="3465420" cy="2975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3477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3CC1A-823B-F644-300D-4CC0E45F0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Normalizare, standardizare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40A14-ABCB-6E15-1DC9-3CAD1FFD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dirty="0"/>
              <a:t>Metode de a comasa atributele numerice pe aceeiași scală pentru  a putea măsura mai bine importanța lor, ca în cazul </a:t>
            </a:r>
            <a:r>
              <a:rPr lang="en-US" dirty="0"/>
              <a:t>PCA, </a:t>
            </a:r>
            <a:r>
              <a:rPr lang="en-US" dirty="0" err="1"/>
              <a:t>sau</a:t>
            </a:r>
            <a:r>
              <a:rPr lang="en-US" dirty="0"/>
              <a:t> al </a:t>
            </a:r>
            <a:r>
              <a:rPr lang="ro-RO" dirty="0"/>
              <a:t>regresiei statistice.</a:t>
            </a:r>
          </a:p>
          <a:p>
            <a:endParaRPr lang="ro-RO" dirty="0"/>
          </a:p>
          <a:p>
            <a:endParaRPr lang="ro-RO" dirty="0"/>
          </a:p>
          <a:p>
            <a:endParaRPr lang="ro-RO" dirty="0"/>
          </a:p>
        </p:txBody>
      </p:sp>
      <p:pic>
        <p:nvPicPr>
          <p:cNvPr id="2050" name="Picture 2" descr="No alt text provided for this image">
            <a:extLst>
              <a:ext uri="{FF2B5EF4-FFF2-40B4-BE49-F238E27FC236}">
                <a16:creationId xmlns:a16="http://schemas.microsoft.com/office/drawing/2014/main" id="{17A33EA8-C4C7-210C-5A99-B458C368AD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" y="2274911"/>
            <a:ext cx="6530340" cy="2740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6855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3CC1A-823B-F644-300D-4CC0E45F0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Normalizare, standardizare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40A14-ABCB-6E15-1DC9-3CAD1FFD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dirty="0"/>
              <a:t>Motivul pentru care standardizăm datele nu este același pentru toate modelele de învățare automată și diferă de la un model la altul.</a:t>
            </a:r>
          </a:p>
          <a:p>
            <a:endParaRPr lang="ro-RO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ADE8251-5E68-9213-DC89-CC0D9BBCE3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589453"/>
              </p:ext>
            </p:extLst>
          </p:nvPr>
        </p:nvGraphicFramePr>
        <p:xfrm>
          <a:off x="870994" y="2137906"/>
          <a:ext cx="7402012" cy="2428261"/>
        </p:xfrm>
        <a:graphic>
          <a:graphicData uri="http://schemas.openxmlformats.org/drawingml/2006/table">
            <a:tbl>
              <a:tblPr/>
              <a:tblGrid>
                <a:gridCol w="1782262">
                  <a:extLst>
                    <a:ext uri="{9D8B030D-6E8A-4147-A177-3AD203B41FA5}">
                      <a16:colId xmlns:a16="http://schemas.microsoft.com/office/drawing/2014/main" val="4215076832"/>
                    </a:ext>
                  </a:extLst>
                </a:gridCol>
                <a:gridCol w="5619750">
                  <a:extLst>
                    <a:ext uri="{9D8B030D-6E8A-4147-A177-3AD203B41FA5}">
                      <a16:colId xmlns:a16="http://schemas.microsoft.com/office/drawing/2014/main" val="388179475"/>
                    </a:ext>
                  </a:extLst>
                </a:gridCol>
              </a:tblGrid>
              <a:tr h="114760">
                <a:tc>
                  <a:txBody>
                    <a:bodyPr/>
                    <a:lstStyle/>
                    <a:p>
                      <a:pPr fontAlgn="b"/>
                      <a:r>
                        <a:rPr lang="ro-RO" sz="1050" b="1" dirty="0">
                          <a:effectLst/>
                        </a:rPr>
                        <a:t>Beneficiu</a:t>
                      </a:r>
                      <a:endParaRPr lang="en-US" sz="1050" b="1" dirty="0">
                        <a:effectLst/>
                      </a:endParaRPr>
                    </a:p>
                  </a:txBody>
                  <a:tcPr marL="44385" marR="44385" marT="22193" marB="22193" anchor="b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050" b="1">
                          <a:effectLst/>
                        </a:rPr>
                        <a:t>Descriere</a:t>
                      </a:r>
                    </a:p>
                  </a:txBody>
                  <a:tcPr marL="44385" marR="44385" marT="22193" marB="22193" anchor="b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920784"/>
                  </a:ext>
                </a:extLst>
              </a:tr>
              <a:tr h="476899">
                <a:tc>
                  <a:txBody>
                    <a:bodyPr/>
                    <a:lstStyle/>
                    <a:p>
                      <a:pPr fontAlgn="base"/>
                      <a:r>
                        <a:rPr lang="it-IT" sz="1050" b="1" i="1" dirty="0">
                          <a:effectLst/>
                        </a:rPr>
                        <a:t>Compararea și interpretarea mai ușoară</a:t>
                      </a:r>
                    </a:p>
                  </a:txBody>
                  <a:tcPr marL="44385" marR="44385" marT="22193" marB="22193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050">
                          <a:effectLst/>
                        </a:rPr>
                        <a:t>Standardizarea transformă datele pentru a avea o medie de 0 și o deviație standard de 1, facilitând compararea și interpretarea.</a:t>
                      </a:r>
                    </a:p>
                  </a:txBody>
                  <a:tcPr marL="44385" marR="44385" marT="22193" marB="22193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774590"/>
                  </a:ext>
                </a:extLst>
              </a:tr>
              <a:tr h="476899">
                <a:tc>
                  <a:txBody>
                    <a:bodyPr/>
                    <a:lstStyle/>
                    <a:p>
                      <a:pPr fontAlgn="base"/>
                      <a:r>
                        <a:rPr lang="en-US" sz="1050" b="1" i="1">
                          <a:effectLst/>
                        </a:rPr>
                        <a:t>Eliminarea unităților de măsură</a:t>
                      </a:r>
                    </a:p>
                  </a:txBody>
                  <a:tcPr marL="44385" marR="44385" marT="22193" marB="22193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050" dirty="0" err="1">
                          <a:effectLst/>
                        </a:rPr>
                        <a:t>Standardizarea</a:t>
                      </a:r>
                      <a:r>
                        <a:rPr lang="en-US" sz="1050" dirty="0">
                          <a:effectLst/>
                        </a:rPr>
                        <a:t> </a:t>
                      </a:r>
                      <a:r>
                        <a:rPr lang="en-US" sz="1050" dirty="0" err="1">
                          <a:effectLst/>
                        </a:rPr>
                        <a:t>elimină</a:t>
                      </a:r>
                      <a:r>
                        <a:rPr lang="en-US" sz="1050" dirty="0">
                          <a:effectLst/>
                        </a:rPr>
                        <a:t> </a:t>
                      </a:r>
                      <a:r>
                        <a:rPr lang="en-US" sz="1050" dirty="0" err="1">
                          <a:effectLst/>
                        </a:rPr>
                        <a:t>efectele</a:t>
                      </a:r>
                      <a:r>
                        <a:rPr lang="en-US" sz="1050" dirty="0">
                          <a:effectLst/>
                        </a:rPr>
                        <a:t> </a:t>
                      </a:r>
                      <a:r>
                        <a:rPr lang="en-US" sz="1050" dirty="0" err="1">
                          <a:effectLst/>
                        </a:rPr>
                        <a:t>unităților</a:t>
                      </a:r>
                      <a:r>
                        <a:rPr lang="en-US" sz="1050" dirty="0">
                          <a:effectLst/>
                        </a:rPr>
                        <a:t> de </a:t>
                      </a:r>
                      <a:r>
                        <a:rPr lang="en-US" sz="1050" dirty="0" err="1">
                          <a:effectLst/>
                        </a:rPr>
                        <a:t>măsură</a:t>
                      </a:r>
                      <a:r>
                        <a:rPr lang="en-US" sz="1050" dirty="0">
                          <a:effectLst/>
                        </a:rPr>
                        <a:t> </a:t>
                      </a:r>
                      <a:r>
                        <a:rPr lang="en-US" sz="1050" dirty="0" err="1">
                          <a:effectLst/>
                        </a:rPr>
                        <a:t>și</a:t>
                      </a:r>
                      <a:r>
                        <a:rPr lang="en-US" sz="1050" dirty="0">
                          <a:effectLst/>
                        </a:rPr>
                        <a:t> </a:t>
                      </a:r>
                      <a:r>
                        <a:rPr lang="en-US" sz="1050" dirty="0" err="1">
                          <a:effectLst/>
                        </a:rPr>
                        <a:t>dimensiunile</a:t>
                      </a:r>
                      <a:r>
                        <a:rPr lang="en-US" sz="1050" dirty="0">
                          <a:effectLst/>
                        </a:rPr>
                        <a:t> </a:t>
                      </a:r>
                      <a:r>
                        <a:rPr lang="en-US" sz="1050" dirty="0" err="1">
                          <a:effectLst/>
                        </a:rPr>
                        <a:t>diferite</a:t>
                      </a:r>
                      <a:r>
                        <a:rPr lang="en-US" sz="1050" dirty="0">
                          <a:effectLst/>
                        </a:rPr>
                        <a:t> ale </a:t>
                      </a:r>
                      <a:r>
                        <a:rPr lang="en-US" sz="1050" dirty="0" err="1">
                          <a:effectLst/>
                        </a:rPr>
                        <a:t>caracteristicilor</a:t>
                      </a:r>
                      <a:r>
                        <a:rPr lang="en-US" sz="1050" dirty="0">
                          <a:effectLst/>
                        </a:rPr>
                        <a:t>, </a:t>
                      </a:r>
                      <a:r>
                        <a:rPr lang="en-US" sz="1050" dirty="0" err="1">
                          <a:effectLst/>
                        </a:rPr>
                        <a:t>permitând</a:t>
                      </a:r>
                      <a:r>
                        <a:rPr lang="en-US" sz="1050" dirty="0">
                          <a:effectLst/>
                        </a:rPr>
                        <a:t> </a:t>
                      </a:r>
                      <a:r>
                        <a:rPr lang="en-US" sz="1050" dirty="0" err="1">
                          <a:effectLst/>
                        </a:rPr>
                        <a:t>compararea</a:t>
                      </a:r>
                      <a:r>
                        <a:rPr lang="en-US" sz="1050" dirty="0">
                          <a:effectLst/>
                        </a:rPr>
                        <a:t> </a:t>
                      </a:r>
                      <a:r>
                        <a:rPr lang="en-US" sz="1050" dirty="0" err="1">
                          <a:effectLst/>
                        </a:rPr>
                        <a:t>directă</a:t>
                      </a:r>
                      <a:r>
                        <a:rPr lang="en-US" sz="1050" dirty="0">
                          <a:effectLst/>
                        </a:rPr>
                        <a:t>.</a:t>
                      </a:r>
                    </a:p>
                  </a:txBody>
                  <a:tcPr marL="44385" marR="44385" marT="22193" marB="22193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138375"/>
                  </a:ext>
                </a:extLst>
              </a:tr>
              <a:tr h="541205">
                <a:tc>
                  <a:txBody>
                    <a:bodyPr/>
                    <a:lstStyle/>
                    <a:p>
                      <a:pPr fontAlgn="base"/>
                      <a:r>
                        <a:rPr lang="en-US" sz="1050" b="1" i="1">
                          <a:effectLst/>
                        </a:rPr>
                        <a:t>Îmbunătățirea performanței algoritmilor</a:t>
                      </a:r>
                    </a:p>
                  </a:txBody>
                  <a:tcPr marL="44385" marR="44385" marT="22193" marB="22193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050" dirty="0" err="1">
                          <a:effectLst/>
                        </a:rPr>
                        <a:t>Algoritmii</a:t>
                      </a:r>
                      <a:r>
                        <a:rPr lang="en-US" sz="1050" dirty="0">
                          <a:effectLst/>
                        </a:rPr>
                        <a:t> de </a:t>
                      </a:r>
                      <a:r>
                        <a:rPr lang="en-US" sz="1050" dirty="0" err="1">
                          <a:effectLst/>
                        </a:rPr>
                        <a:t>învățare</a:t>
                      </a:r>
                      <a:r>
                        <a:rPr lang="en-US" sz="1050" dirty="0">
                          <a:effectLst/>
                        </a:rPr>
                        <a:t> </a:t>
                      </a:r>
                      <a:r>
                        <a:rPr lang="en-US" sz="1050" dirty="0" err="1">
                          <a:effectLst/>
                        </a:rPr>
                        <a:t>automată</a:t>
                      </a:r>
                      <a:r>
                        <a:rPr lang="en-US" sz="1050" dirty="0">
                          <a:effectLst/>
                        </a:rPr>
                        <a:t> sunt </a:t>
                      </a:r>
                      <a:r>
                        <a:rPr lang="en-US" sz="1050" dirty="0" err="1">
                          <a:effectLst/>
                        </a:rPr>
                        <a:t>adesea</a:t>
                      </a:r>
                      <a:r>
                        <a:rPr lang="en-US" sz="1050" dirty="0">
                          <a:effectLst/>
                        </a:rPr>
                        <a:t> </a:t>
                      </a:r>
                      <a:r>
                        <a:rPr lang="en-US" sz="1050" dirty="0" err="1">
                          <a:effectLst/>
                        </a:rPr>
                        <a:t>influențați</a:t>
                      </a:r>
                      <a:r>
                        <a:rPr lang="en-US" sz="1050" dirty="0">
                          <a:effectLst/>
                        </a:rPr>
                        <a:t> de </a:t>
                      </a:r>
                      <a:r>
                        <a:rPr lang="en-US" sz="1050" dirty="0" err="1">
                          <a:effectLst/>
                        </a:rPr>
                        <a:t>scala</a:t>
                      </a:r>
                      <a:r>
                        <a:rPr lang="en-US" sz="1050" dirty="0">
                          <a:effectLst/>
                        </a:rPr>
                        <a:t> </a:t>
                      </a:r>
                      <a:r>
                        <a:rPr lang="en-US" sz="1050" dirty="0" err="1">
                          <a:effectLst/>
                        </a:rPr>
                        <a:t>datelor</a:t>
                      </a:r>
                      <a:r>
                        <a:rPr lang="en-US" sz="1050" dirty="0">
                          <a:effectLst/>
                        </a:rPr>
                        <a:t>, </a:t>
                      </a:r>
                      <a:r>
                        <a:rPr lang="en-US" sz="1050" dirty="0" err="1">
                          <a:effectLst/>
                        </a:rPr>
                        <a:t>iar</a:t>
                      </a:r>
                      <a:r>
                        <a:rPr lang="en-US" sz="1050" dirty="0">
                          <a:effectLst/>
                        </a:rPr>
                        <a:t> </a:t>
                      </a:r>
                      <a:r>
                        <a:rPr lang="en-US" sz="1050" dirty="0" err="1">
                          <a:effectLst/>
                        </a:rPr>
                        <a:t>standardizarea</a:t>
                      </a:r>
                      <a:r>
                        <a:rPr lang="en-US" sz="1050" dirty="0">
                          <a:effectLst/>
                        </a:rPr>
                        <a:t> </a:t>
                      </a:r>
                      <a:r>
                        <a:rPr lang="en-US" sz="1050" dirty="0" err="1">
                          <a:effectLst/>
                        </a:rPr>
                        <a:t>îmbunătățește</a:t>
                      </a:r>
                      <a:r>
                        <a:rPr lang="en-US" sz="1050" dirty="0">
                          <a:effectLst/>
                        </a:rPr>
                        <a:t> </a:t>
                      </a:r>
                      <a:r>
                        <a:rPr lang="en-US" sz="1050" dirty="0" err="1">
                          <a:effectLst/>
                        </a:rPr>
                        <a:t>performanța</a:t>
                      </a:r>
                      <a:r>
                        <a:rPr lang="en-US" sz="1050" dirty="0">
                          <a:effectLst/>
                        </a:rPr>
                        <a:t> </a:t>
                      </a:r>
                      <a:r>
                        <a:rPr lang="en-US" sz="1050" dirty="0" err="1">
                          <a:effectLst/>
                        </a:rPr>
                        <a:t>și</a:t>
                      </a:r>
                      <a:r>
                        <a:rPr lang="en-US" sz="1050" dirty="0">
                          <a:effectLst/>
                        </a:rPr>
                        <a:t> </a:t>
                      </a:r>
                      <a:r>
                        <a:rPr lang="en-US" sz="1050" dirty="0" err="1">
                          <a:effectLst/>
                        </a:rPr>
                        <a:t>convergența</a:t>
                      </a:r>
                      <a:r>
                        <a:rPr lang="en-US" sz="1050" dirty="0">
                          <a:effectLst/>
                        </a:rPr>
                        <a:t> </a:t>
                      </a:r>
                      <a:r>
                        <a:rPr lang="en-US" sz="1050" dirty="0" err="1">
                          <a:effectLst/>
                        </a:rPr>
                        <a:t>acestora</a:t>
                      </a:r>
                      <a:r>
                        <a:rPr lang="en-US" sz="1050" dirty="0">
                          <a:effectLst/>
                        </a:rPr>
                        <a:t>.</a:t>
                      </a:r>
                    </a:p>
                  </a:txBody>
                  <a:tcPr marL="44385" marR="44385" marT="22193" marB="22193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5773596"/>
                  </a:ext>
                </a:extLst>
              </a:tr>
              <a:tr h="348287">
                <a:tc>
                  <a:txBody>
                    <a:bodyPr/>
                    <a:lstStyle/>
                    <a:p>
                      <a:pPr fontAlgn="base"/>
                      <a:r>
                        <a:rPr lang="it-IT" sz="1050" b="1" i="1">
                          <a:effectLst/>
                        </a:rPr>
                        <a:t>Reducerea sensibilității la valori extreme</a:t>
                      </a:r>
                    </a:p>
                  </a:txBody>
                  <a:tcPr marL="44385" marR="44385" marT="22193" marB="22193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050">
                          <a:effectLst/>
                        </a:rPr>
                        <a:t>Standardizarea face datele mai robuste la valori extreme, evitând efectele incorecte ale acestora asupra analizei.</a:t>
                      </a:r>
                    </a:p>
                  </a:txBody>
                  <a:tcPr marL="44385" marR="44385" marT="22193" marB="22193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6396214"/>
                  </a:ext>
                </a:extLst>
              </a:tr>
              <a:tr h="348287">
                <a:tc>
                  <a:txBody>
                    <a:bodyPr/>
                    <a:lstStyle/>
                    <a:p>
                      <a:pPr fontAlgn="base"/>
                      <a:r>
                        <a:rPr lang="en-US" sz="1050" b="1" i="1" dirty="0" err="1">
                          <a:effectLst/>
                        </a:rPr>
                        <a:t>Simplificarea</a:t>
                      </a:r>
                      <a:r>
                        <a:rPr lang="en-US" sz="1050" b="1" i="1" dirty="0">
                          <a:effectLst/>
                        </a:rPr>
                        <a:t> </a:t>
                      </a:r>
                      <a:r>
                        <a:rPr lang="en-US" sz="1050" b="1" i="1" dirty="0" err="1">
                          <a:effectLst/>
                        </a:rPr>
                        <a:t>interpretării</a:t>
                      </a:r>
                      <a:r>
                        <a:rPr lang="en-US" sz="1050" b="1" i="1" dirty="0">
                          <a:effectLst/>
                        </a:rPr>
                        <a:t> </a:t>
                      </a:r>
                      <a:r>
                        <a:rPr lang="en-US" sz="1050" b="1" i="1" dirty="0" err="1">
                          <a:effectLst/>
                        </a:rPr>
                        <a:t>coeficienților</a:t>
                      </a:r>
                      <a:endParaRPr lang="en-US" sz="1050" b="1" i="1" dirty="0">
                        <a:effectLst/>
                      </a:endParaRPr>
                    </a:p>
                  </a:txBody>
                  <a:tcPr marL="44385" marR="44385" marT="22193" marB="22193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it-IT" sz="1050" dirty="0">
                          <a:effectLst/>
                        </a:rPr>
                        <a:t>În modelele statistice, standardizarea facilitează interpretarea coeficienților, care devin mai direct interpretabili.</a:t>
                      </a:r>
                    </a:p>
                  </a:txBody>
                  <a:tcPr marL="44385" marR="44385" marT="22193" marB="22193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1014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7630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3CC1A-823B-F644-300D-4CC0E45F0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Normalizare, standardizare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40A14-ABCB-6E15-1DC9-3CAD1FFDEF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3080746" cy="3263504"/>
          </a:xfrm>
        </p:spPr>
        <p:txBody>
          <a:bodyPr>
            <a:normAutofit/>
          </a:bodyPr>
          <a:lstStyle/>
          <a:p>
            <a:r>
              <a:rPr lang="en-US" sz="1600" b="0" i="0" dirty="0" err="1">
                <a:solidFill>
                  <a:srgbClr val="374151"/>
                </a:solidFill>
                <a:effectLst/>
                <a:latin typeface="Söhne"/>
              </a:rPr>
              <a:t>Aceste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600" b="0" i="0" dirty="0" err="1">
                <a:solidFill>
                  <a:srgbClr val="374151"/>
                </a:solidFill>
                <a:effectLst/>
                <a:latin typeface="Söhne"/>
              </a:rPr>
              <a:t>metode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 de </a:t>
            </a:r>
            <a:r>
              <a:rPr lang="en-US" sz="1600" b="0" i="0" dirty="0" err="1">
                <a:solidFill>
                  <a:srgbClr val="374151"/>
                </a:solidFill>
                <a:effectLst/>
                <a:latin typeface="Söhne"/>
              </a:rPr>
              <a:t>standardizare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 pot fi </a:t>
            </a:r>
            <a:r>
              <a:rPr lang="en-US" sz="1600" b="0" i="0" dirty="0" err="1">
                <a:solidFill>
                  <a:srgbClr val="374151"/>
                </a:solidFill>
                <a:effectLst/>
                <a:latin typeface="Söhne"/>
              </a:rPr>
              <a:t>aplicate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600" b="0" i="0" dirty="0" err="1">
                <a:solidFill>
                  <a:srgbClr val="374151"/>
                </a:solidFill>
                <a:effectLst/>
                <a:latin typeface="Söhne"/>
              </a:rPr>
              <a:t>în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600" b="0" i="0" dirty="0" err="1">
                <a:solidFill>
                  <a:srgbClr val="374151"/>
                </a:solidFill>
                <a:effectLst/>
                <a:latin typeface="Söhne"/>
              </a:rPr>
              <a:t>funcție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 de natura </a:t>
            </a:r>
            <a:r>
              <a:rPr lang="en-US" sz="1600" b="0" i="0" dirty="0" err="1">
                <a:solidFill>
                  <a:srgbClr val="374151"/>
                </a:solidFill>
                <a:effectLst/>
                <a:latin typeface="Söhne"/>
              </a:rPr>
              <a:t>datelor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, </a:t>
            </a:r>
            <a:r>
              <a:rPr lang="en-US" sz="1600" b="0" i="0" dirty="0" err="1">
                <a:solidFill>
                  <a:srgbClr val="374151"/>
                </a:solidFill>
                <a:effectLst/>
                <a:latin typeface="Söhne"/>
              </a:rPr>
              <a:t>cerințele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600" b="0" i="0" dirty="0" err="1">
                <a:solidFill>
                  <a:srgbClr val="374151"/>
                </a:solidFill>
                <a:effectLst/>
                <a:latin typeface="Söhne"/>
              </a:rPr>
              <a:t>analizei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600" b="0" i="0" dirty="0" err="1">
                <a:solidFill>
                  <a:srgbClr val="374151"/>
                </a:solidFill>
                <a:effectLst/>
                <a:latin typeface="Söhne"/>
              </a:rPr>
              <a:t>și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600" b="0" i="0" dirty="0" err="1">
                <a:solidFill>
                  <a:srgbClr val="374151"/>
                </a:solidFill>
                <a:effectLst/>
                <a:latin typeface="Söhne"/>
              </a:rPr>
              <a:t>tipul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 de </a:t>
            </a:r>
            <a:r>
              <a:rPr lang="en-US" sz="1600" b="0" i="0" dirty="0" err="1">
                <a:solidFill>
                  <a:srgbClr val="374151"/>
                </a:solidFill>
                <a:effectLst/>
                <a:latin typeface="Söhne"/>
              </a:rPr>
              <a:t>algoritm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 pe care </a:t>
            </a:r>
            <a:r>
              <a:rPr lang="en-US" sz="1600" b="0" i="0" dirty="0" err="1">
                <a:solidFill>
                  <a:srgbClr val="374151"/>
                </a:solidFill>
                <a:effectLst/>
                <a:latin typeface="Söhne"/>
              </a:rPr>
              <a:t>intenționați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600" b="0" i="0" dirty="0" err="1">
                <a:solidFill>
                  <a:srgbClr val="374151"/>
                </a:solidFill>
                <a:effectLst/>
                <a:latin typeface="Söhne"/>
              </a:rPr>
              <a:t>să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600" b="0" i="0" dirty="0" err="1">
                <a:solidFill>
                  <a:srgbClr val="374151"/>
                </a:solidFill>
                <a:effectLst/>
                <a:latin typeface="Söhne"/>
              </a:rPr>
              <a:t>îl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600" b="0" i="0" dirty="0" err="1">
                <a:solidFill>
                  <a:srgbClr val="374151"/>
                </a:solidFill>
                <a:effectLst/>
                <a:latin typeface="Söhne"/>
              </a:rPr>
              <a:t>utilizați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. </a:t>
            </a:r>
            <a:endParaRPr lang="ro-RO" sz="1600" b="0" i="0" dirty="0">
              <a:solidFill>
                <a:srgbClr val="374151"/>
              </a:solidFill>
              <a:effectLst/>
              <a:latin typeface="Söhne"/>
            </a:endParaRPr>
          </a:p>
          <a:p>
            <a:r>
              <a:rPr lang="en-US" sz="1600" b="0" i="0" dirty="0" err="1">
                <a:solidFill>
                  <a:srgbClr val="374151"/>
                </a:solidFill>
                <a:effectLst/>
                <a:latin typeface="Söhne"/>
              </a:rPr>
              <a:t>Fiecare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600" b="0" i="0" dirty="0" err="1">
                <a:solidFill>
                  <a:srgbClr val="374151"/>
                </a:solidFill>
                <a:effectLst/>
                <a:latin typeface="Söhne"/>
              </a:rPr>
              <a:t>metodă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 are </a:t>
            </a:r>
            <a:r>
              <a:rPr lang="en-US" sz="1600" b="0" i="0" dirty="0" err="1">
                <a:solidFill>
                  <a:srgbClr val="374151"/>
                </a:solidFill>
                <a:effectLst/>
                <a:latin typeface="Söhne"/>
              </a:rPr>
              <a:t>avantaje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600" b="0" i="0" dirty="0" err="1">
                <a:solidFill>
                  <a:srgbClr val="374151"/>
                </a:solidFill>
                <a:effectLst/>
                <a:latin typeface="Söhne"/>
              </a:rPr>
              <a:t>și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600" b="0" i="0" dirty="0" err="1">
                <a:solidFill>
                  <a:srgbClr val="374151"/>
                </a:solidFill>
                <a:effectLst/>
                <a:latin typeface="Söhne"/>
              </a:rPr>
              <a:t>dezavantaje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600" b="0" i="0" dirty="0" err="1">
                <a:solidFill>
                  <a:srgbClr val="374151"/>
                </a:solidFill>
                <a:effectLst/>
                <a:latin typeface="Söhne"/>
              </a:rPr>
              <a:t>și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600" b="0" i="0" dirty="0" err="1">
                <a:solidFill>
                  <a:srgbClr val="374151"/>
                </a:solidFill>
                <a:effectLst/>
                <a:latin typeface="Söhne"/>
              </a:rPr>
              <a:t>trebuie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600" b="0" i="0" dirty="0" err="1">
                <a:solidFill>
                  <a:srgbClr val="374151"/>
                </a:solidFill>
                <a:effectLst/>
                <a:latin typeface="Söhne"/>
              </a:rPr>
              <a:t>aleasă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600" b="0" i="0" dirty="0" err="1">
                <a:solidFill>
                  <a:srgbClr val="374151"/>
                </a:solidFill>
                <a:effectLst/>
                <a:latin typeface="Söhne"/>
              </a:rPr>
              <a:t>în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600" b="0" i="0" dirty="0" err="1">
                <a:solidFill>
                  <a:srgbClr val="374151"/>
                </a:solidFill>
                <a:effectLst/>
                <a:latin typeface="Söhne"/>
              </a:rPr>
              <a:t>funcție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 de </a:t>
            </a:r>
            <a:r>
              <a:rPr lang="en-US" sz="1600" b="0" i="0" dirty="0" err="1">
                <a:solidFill>
                  <a:srgbClr val="374151"/>
                </a:solidFill>
                <a:effectLst/>
                <a:latin typeface="Söhne"/>
              </a:rPr>
              <a:t>contextul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 specific al </a:t>
            </a:r>
            <a:r>
              <a:rPr lang="en-US" sz="1600" b="0" i="0" dirty="0" err="1">
                <a:solidFill>
                  <a:srgbClr val="374151"/>
                </a:solidFill>
                <a:effectLst/>
                <a:latin typeface="Söhne"/>
              </a:rPr>
              <a:t>setului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 de date </a:t>
            </a:r>
            <a:r>
              <a:rPr lang="en-US" sz="1600" b="0" i="0" dirty="0" err="1">
                <a:solidFill>
                  <a:srgbClr val="374151"/>
                </a:solidFill>
                <a:effectLst/>
                <a:latin typeface="Söhne"/>
              </a:rPr>
              <a:t>și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600" b="0" i="0" dirty="0" err="1">
                <a:solidFill>
                  <a:srgbClr val="374151"/>
                </a:solidFill>
                <a:effectLst/>
                <a:latin typeface="Söhne"/>
              </a:rPr>
              <a:t>obiectivele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600" b="0" i="0" dirty="0" err="1">
                <a:solidFill>
                  <a:srgbClr val="374151"/>
                </a:solidFill>
                <a:effectLst/>
                <a:latin typeface="Söhne"/>
              </a:rPr>
              <a:t>analizei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  <a:endParaRPr lang="ro-RO" sz="16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AF92124-6C80-200F-729F-74F9003CEB13}"/>
              </a:ext>
            </a:extLst>
          </p:cNvPr>
          <p:cNvGraphicFramePr>
            <a:graphicFrameLocks noGrp="1"/>
          </p:cNvGraphicFramePr>
          <p:nvPr/>
        </p:nvGraphicFramePr>
        <p:xfrm>
          <a:off x="3709396" y="1027587"/>
          <a:ext cx="5219812" cy="3636575"/>
        </p:xfrm>
        <a:graphic>
          <a:graphicData uri="http://schemas.openxmlformats.org/drawingml/2006/table">
            <a:tbl>
              <a:tblPr/>
              <a:tblGrid>
                <a:gridCol w="1948838">
                  <a:extLst>
                    <a:ext uri="{9D8B030D-6E8A-4147-A177-3AD203B41FA5}">
                      <a16:colId xmlns:a16="http://schemas.microsoft.com/office/drawing/2014/main" val="604617427"/>
                    </a:ext>
                  </a:extLst>
                </a:gridCol>
                <a:gridCol w="3270974">
                  <a:extLst>
                    <a:ext uri="{9D8B030D-6E8A-4147-A177-3AD203B41FA5}">
                      <a16:colId xmlns:a16="http://schemas.microsoft.com/office/drawing/2014/main" val="2334129162"/>
                    </a:ext>
                  </a:extLst>
                </a:gridCol>
              </a:tblGrid>
              <a:tr h="189369">
                <a:tc>
                  <a:txBody>
                    <a:bodyPr/>
                    <a:lstStyle/>
                    <a:p>
                      <a:pPr fontAlgn="b"/>
                      <a:r>
                        <a:rPr lang="en-US" sz="1050" b="1">
                          <a:effectLst/>
                        </a:rPr>
                        <a:t>Metoda de Standardizare</a:t>
                      </a:r>
                    </a:p>
                  </a:txBody>
                  <a:tcPr marL="38044" marR="38044" marT="19022" marB="19022" anchor="b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050" b="1">
                          <a:effectLst/>
                        </a:rPr>
                        <a:t>Descriere</a:t>
                      </a:r>
                    </a:p>
                  </a:txBody>
                  <a:tcPr marL="38044" marR="38044" marT="19022" marB="19022" anchor="b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0944161"/>
                  </a:ext>
                </a:extLst>
              </a:tr>
              <a:tr h="592232">
                <a:tc>
                  <a:txBody>
                    <a:bodyPr/>
                    <a:lstStyle/>
                    <a:p>
                      <a:pPr fontAlgn="base"/>
                      <a:r>
                        <a:rPr lang="en-US" sz="1050">
                          <a:effectLst/>
                        </a:rPr>
                        <a:t>Standardizarea Z-score</a:t>
                      </a:r>
                    </a:p>
                  </a:txBody>
                  <a:tcPr marL="38044" marR="38044" marT="19022" marB="19022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050">
                          <a:effectLst/>
                        </a:rPr>
                        <a:t>Transformă datele astfel încât să aibă o medie de 0 și o deviație standard de 1, astfel încât valorile să fie centrate și scalate.</a:t>
                      </a:r>
                    </a:p>
                  </a:txBody>
                  <a:tcPr marL="38044" marR="38044" marT="19022" marB="19022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954543"/>
                  </a:ext>
                </a:extLst>
              </a:tr>
              <a:tr h="592232">
                <a:tc>
                  <a:txBody>
                    <a:bodyPr/>
                    <a:lstStyle/>
                    <a:p>
                      <a:pPr fontAlgn="base"/>
                      <a:r>
                        <a:rPr lang="en-US" sz="1050" dirty="0">
                          <a:effectLst/>
                        </a:rPr>
                        <a:t>Min-Max Scaling</a:t>
                      </a:r>
                    </a:p>
                  </a:txBody>
                  <a:tcPr marL="38044" marR="38044" marT="19022" marB="19022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050">
                          <a:effectLst/>
                        </a:rPr>
                        <a:t>Redimensionează datele pentru a se încadra într-un interval specific, cum ar fi [0, 1], păstrând relațiile relative între valorile initiale.</a:t>
                      </a:r>
                    </a:p>
                  </a:txBody>
                  <a:tcPr marL="38044" marR="38044" marT="19022" marB="19022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4876208"/>
                  </a:ext>
                </a:extLst>
              </a:tr>
              <a:tr h="592232">
                <a:tc>
                  <a:txBody>
                    <a:bodyPr/>
                    <a:lstStyle/>
                    <a:p>
                      <a:pPr fontAlgn="base"/>
                      <a:r>
                        <a:rPr lang="en-US" sz="1050" dirty="0">
                          <a:effectLst/>
                        </a:rPr>
                        <a:t>Robust Scaling (Scaling robust)</a:t>
                      </a:r>
                    </a:p>
                  </a:txBody>
                  <a:tcPr marL="38044" marR="38044" marT="19022" marB="19022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050">
                          <a:effectLst/>
                        </a:rPr>
                        <a:t>Similar cu Standardizarea Z-score, dar utilizează statisticile robuste (mediană și cuartile) pentru a face față valorilor extreme.</a:t>
                      </a:r>
                    </a:p>
                  </a:txBody>
                  <a:tcPr marL="38044" marR="38044" marT="19022" marB="19022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5618098"/>
                  </a:ext>
                </a:extLst>
              </a:tr>
              <a:tr h="495358">
                <a:tc>
                  <a:txBody>
                    <a:bodyPr/>
                    <a:lstStyle/>
                    <a:p>
                      <a:pPr fontAlgn="base"/>
                      <a:r>
                        <a:rPr lang="en-US" sz="1050">
                          <a:effectLst/>
                        </a:rPr>
                        <a:t>Log Transformation</a:t>
                      </a:r>
                    </a:p>
                  </a:txBody>
                  <a:tcPr marL="38044" marR="38044" marT="19022" marB="19022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050">
                          <a:effectLst/>
                        </a:rPr>
                        <a:t>Aplică logaritmul natural asupra datelor, reducând variația în cazul datelor cu distribuție asimetrică sau exponențială.</a:t>
                      </a:r>
                    </a:p>
                  </a:txBody>
                  <a:tcPr marL="38044" marR="38044" marT="19022" marB="19022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210191"/>
                  </a:ext>
                </a:extLst>
              </a:tr>
              <a:tr h="495358">
                <a:tc>
                  <a:txBody>
                    <a:bodyPr/>
                    <a:lstStyle/>
                    <a:p>
                      <a:pPr fontAlgn="base"/>
                      <a:r>
                        <a:rPr lang="en-US" sz="1050" dirty="0">
                          <a:effectLst/>
                        </a:rPr>
                        <a:t>Box-Cox Transformation</a:t>
                      </a:r>
                    </a:p>
                  </a:txBody>
                  <a:tcPr marL="38044" marR="38044" marT="19022" marB="19022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050">
                          <a:effectLst/>
                        </a:rPr>
                        <a:t>O metodă statistică care transformă datele într-o distribuție aproape normală, potrivită pentru date pozitive și negative.</a:t>
                      </a:r>
                    </a:p>
                  </a:txBody>
                  <a:tcPr marL="38044" marR="38044" marT="19022" marB="19022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9508690"/>
                  </a:ext>
                </a:extLst>
              </a:tr>
              <a:tr h="648353">
                <a:tc>
                  <a:txBody>
                    <a:bodyPr/>
                    <a:lstStyle/>
                    <a:p>
                      <a:pPr fontAlgn="base"/>
                      <a:r>
                        <a:rPr lang="en-US" sz="1050">
                          <a:effectLst/>
                        </a:rPr>
                        <a:t>Unit Vector Scaling</a:t>
                      </a:r>
                    </a:p>
                  </a:txBody>
                  <a:tcPr marL="38044" marR="38044" marT="19022" marB="19022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050" dirty="0" err="1">
                          <a:effectLst/>
                        </a:rPr>
                        <a:t>Redimensionează</a:t>
                      </a:r>
                      <a:r>
                        <a:rPr lang="en-US" sz="1050" dirty="0">
                          <a:effectLst/>
                        </a:rPr>
                        <a:t> </a:t>
                      </a:r>
                      <a:r>
                        <a:rPr lang="en-US" sz="1050" dirty="0" err="1">
                          <a:effectLst/>
                        </a:rPr>
                        <a:t>datele</a:t>
                      </a:r>
                      <a:r>
                        <a:rPr lang="en-US" sz="1050" dirty="0">
                          <a:effectLst/>
                        </a:rPr>
                        <a:t> </a:t>
                      </a:r>
                      <a:r>
                        <a:rPr lang="en-US" sz="1050" dirty="0" err="1">
                          <a:effectLst/>
                        </a:rPr>
                        <a:t>astfel</a:t>
                      </a:r>
                      <a:r>
                        <a:rPr lang="en-US" sz="1050" dirty="0">
                          <a:effectLst/>
                        </a:rPr>
                        <a:t> </a:t>
                      </a:r>
                      <a:r>
                        <a:rPr lang="en-US" sz="1050" dirty="0" err="1">
                          <a:effectLst/>
                        </a:rPr>
                        <a:t>încât</a:t>
                      </a:r>
                      <a:r>
                        <a:rPr lang="en-US" sz="1050" dirty="0">
                          <a:effectLst/>
                        </a:rPr>
                        <a:t> </a:t>
                      </a:r>
                      <a:r>
                        <a:rPr lang="en-US" sz="1050" dirty="0" err="1">
                          <a:effectLst/>
                        </a:rPr>
                        <a:t>vectorii</a:t>
                      </a:r>
                      <a:r>
                        <a:rPr lang="en-US" sz="1050" dirty="0">
                          <a:effectLst/>
                        </a:rPr>
                        <a:t> </a:t>
                      </a:r>
                      <a:r>
                        <a:rPr lang="en-US" sz="1050" dirty="0" err="1">
                          <a:effectLst/>
                        </a:rPr>
                        <a:t>caracteristicilor</a:t>
                      </a:r>
                      <a:r>
                        <a:rPr lang="en-US" sz="1050" dirty="0">
                          <a:effectLst/>
                        </a:rPr>
                        <a:t> </a:t>
                      </a:r>
                      <a:r>
                        <a:rPr lang="en-US" sz="1050" dirty="0" err="1">
                          <a:effectLst/>
                        </a:rPr>
                        <a:t>să</a:t>
                      </a:r>
                      <a:r>
                        <a:rPr lang="en-US" sz="1050" dirty="0">
                          <a:effectLst/>
                        </a:rPr>
                        <a:t> </a:t>
                      </a:r>
                      <a:r>
                        <a:rPr lang="en-US" sz="1050" dirty="0" err="1">
                          <a:effectLst/>
                        </a:rPr>
                        <a:t>aibă</a:t>
                      </a:r>
                      <a:r>
                        <a:rPr lang="en-US" sz="1050" dirty="0">
                          <a:effectLst/>
                        </a:rPr>
                        <a:t> norma </a:t>
                      </a:r>
                      <a:r>
                        <a:rPr lang="en-US" sz="1050" dirty="0" err="1">
                          <a:effectLst/>
                        </a:rPr>
                        <a:t>unitară</a:t>
                      </a:r>
                      <a:r>
                        <a:rPr lang="en-US" sz="1050" dirty="0">
                          <a:effectLst/>
                        </a:rPr>
                        <a:t>, </a:t>
                      </a:r>
                      <a:r>
                        <a:rPr lang="en-US" sz="1050" dirty="0" err="1">
                          <a:effectLst/>
                        </a:rPr>
                        <a:t>folosită</a:t>
                      </a:r>
                      <a:r>
                        <a:rPr lang="en-US" sz="1050" dirty="0">
                          <a:effectLst/>
                        </a:rPr>
                        <a:t> </a:t>
                      </a:r>
                      <a:r>
                        <a:rPr lang="en-US" sz="1050" dirty="0" err="1">
                          <a:effectLst/>
                        </a:rPr>
                        <a:t>în</a:t>
                      </a:r>
                      <a:r>
                        <a:rPr lang="en-US" sz="1050" dirty="0">
                          <a:effectLst/>
                        </a:rPr>
                        <a:t> special </a:t>
                      </a:r>
                      <a:r>
                        <a:rPr lang="en-US" sz="1050" dirty="0" err="1">
                          <a:effectLst/>
                        </a:rPr>
                        <a:t>în</a:t>
                      </a:r>
                      <a:r>
                        <a:rPr lang="en-US" sz="1050" dirty="0">
                          <a:effectLst/>
                        </a:rPr>
                        <a:t> </a:t>
                      </a:r>
                      <a:r>
                        <a:rPr lang="en-US" sz="1050" dirty="0" err="1">
                          <a:effectLst/>
                        </a:rPr>
                        <a:t>algoritmi</a:t>
                      </a:r>
                      <a:r>
                        <a:rPr lang="en-US" sz="1050" dirty="0">
                          <a:effectLst/>
                        </a:rPr>
                        <a:t> care </a:t>
                      </a:r>
                      <a:r>
                        <a:rPr lang="en-US" sz="1050" dirty="0" err="1">
                          <a:effectLst/>
                        </a:rPr>
                        <a:t>depind</a:t>
                      </a:r>
                      <a:r>
                        <a:rPr lang="en-US" sz="1050" dirty="0">
                          <a:effectLst/>
                        </a:rPr>
                        <a:t> de </a:t>
                      </a:r>
                      <a:r>
                        <a:rPr lang="en-US" sz="1050" dirty="0" err="1">
                          <a:effectLst/>
                        </a:rPr>
                        <a:t>distanță</a:t>
                      </a:r>
                      <a:r>
                        <a:rPr lang="en-US" sz="1050" dirty="0">
                          <a:effectLst/>
                        </a:rPr>
                        <a:t> </a:t>
                      </a:r>
                      <a:r>
                        <a:rPr lang="en-US" sz="1050" dirty="0" err="1">
                          <a:effectLst/>
                        </a:rPr>
                        <a:t>sau</a:t>
                      </a:r>
                      <a:r>
                        <a:rPr lang="en-US" sz="1050" dirty="0">
                          <a:effectLst/>
                        </a:rPr>
                        <a:t> </a:t>
                      </a:r>
                      <a:r>
                        <a:rPr lang="en-US" sz="1050" dirty="0" err="1">
                          <a:effectLst/>
                        </a:rPr>
                        <a:t>similaritate</a:t>
                      </a:r>
                      <a:r>
                        <a:rPr lang="en-US" sz="1050" dirty="0">
                          <a:effectLst/>
                        </a:rPr>
                        <a:t>.</a:t>
                      </a:r>
                    </a:p>
                  </a:txBody>
                  <a:tcPr marL="38044" marR="38044" marT="19022" marB="19022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1121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7728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5A259-D52B-E4BA-06AC-AEAADC506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Normalizare, standardizare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FB215-DD8F-AFB7-BE6B-2193EC611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1832610" cy="3263504"/>
          </a:xfrm>
        </p:spPr>
        <p:txBody>
          <a:bodyPr/>
          <a:lstStyle/>
          <a:p>
            <a:r>
              <a:rPr lang="ro-RO" dirty="0"/>
              <a:t>Resurse Python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348994-6311-84EA-F852-80EFA0EBC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480" y="1060450"/>
            <a:ext cx="6119054" cy="394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756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DD173-1401-BC1C-5BD4-605AC73A9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Când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importantă</a:t>
            </a:r>
            <a:r>
              <a:rPr lang="en-US" dirty="0"/>
              <a:t> </a:t>
            </a:r>
            <a:r>
              <a:rPr lang="en-US" dirty="0" err="1"/>
              <a:t>standardizarea</a:t>
            </a:r>
            <a:r>
              <a:rPr lang="en-US" dirty="0"/>
              <a:t> </a:t>
            </a:r>
            <a:r>
              <a:rPr lang="en-US" dirty="0" err="1"/>
              <a:t>variabilelor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45A67-048A-9A53-6E40-C5F73E232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o-RO" dirty="0"/>
              <a:t>Înainte de o clusterizare</a:t>
            </a:r>
          </a:p>
          <a:p>
            <a:pPr lvl="1"/>
            <a:r>
              <a:rPr lang="ro-RO" dirty="0"/>
              <a:t>Tehnicile de analiză a grupurilor depind de conceptul de măsurare a distanței dintre diferitele observații pe care încercăm să le grupăm. Dacă o variabilă este măsurată la o scară mai mare decât celelalte variabile, atunci orice măsură pe care o folosim va fi influențată excesiv de acea variabilă.</a:t>
            </a:r>
          </a:p>
          <a:p>
            <a:r>
              <a:rPr lang="ro-RO" dirty="0"/>
              <a:t>Înainte de PCA</a:t>
            </a:r>
          </a:p>
          <a:p>
            <a:pPr lvl="1"/>
            <a:r>
              <a:rPr lang="en-US" dirty="0"/>
              <a:t>PCA </a:t>
            </a:r>
            <a:r>
              <a:rPr lang="en-US" dirty="0" err="1"/>
              <a:t>oferă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multă</a:t>
            </a:r>
            <a:r>
              <a:rPr lang="en-US" dirty="0"/>
              <a:t> </a:t>
            </a:r>
            <a:r>
              <a:rPr lang="en-US" dirty="0" err="1"/>
              <a:t>pondere</a:t>
            </a:r>
            <a:r>
              <a:rPr lang="en-US" dirty="0"/>
              <a:t> </a:t>
            </a:r>
            <a:r>
              <a:rPr lang="en-US" dirty="0" err="1"/>
              <a:t>acelor</a:t>
            </a:r>
            <a:r>
              <a:rPr lang="en-US" dirty="0"/>
              <a:t> </a:t>
            </a:r>
            <a:r>
              <a:rPr lang="en-US" dirty="0" err="1"/>
              <a:t>variabile</a:t>
            </a:r>
            <a:r>
              <a:rPr lang="en-US" dirty="0"/>
              <a:t> care au </a:t>
            </a:r>
            <a:r>
              <a:rPr lang="en-US" dirty="0" err="1"/>
              <a:t>varianțe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mari</a:t>
            </a:r>
            <a:r>
              <a:rPr lang="en-US" dirty="0"/>
              <a:t> </a:t>
            </a:r>
            <a:r>
              <a:rPr lang="en-US" dirty="0" err="1"/>
              <a:t>decât</a:t>
            </a:r>
            <a:r>
              <a:rPr lang="en-US" dirty="0"/>
              <a:t> </a:t>
            </a:r>
            <a:r>
              <a:rPr lang="en-US" dirty="0" err="1"/>
              <a:t>variabilelor</a:t>
            </a:r>
            <a:r>
              <a:rPr lang="en-US" dirty="0"/>
              <a:t> care au </a:t>
            </a:r>
            <a:r>
              <a:rPr lang="en-US" dirty="0" err="1"/>
              <a:t>varianțe</a:t>
            </a:r>
            <a:r>
              <a:rPr lang="en-US" dirty="0"/>
              <a:t> </a:t>
            </a:r>
            <a:r>
              <a:rPr lang="en-US" dirty="0" err="1"/>
              <a:t>foarte</a:t>
            </a:r>
            <a:r>
              <a:rPr lang="en-US" dirty="0"/>
              <a:t> </a:t>
            </a:r>
            <a:r>
              <a:rPr lang="en-US" dirty="0" err="1"/>
              <a:t>mici</a:t>
            </a:r>
            <a:r>
              <a:rPr lang="en-US" dirty="0"/>
              <a:t>. De </a:t>
            </a:r>
            <a:r>
              <a:rPr lang="en-US" dirty="0" err="1"/>
              <a:t>fapt</a:t>
            </a:r>
            <a:r>
              <a:rPr lang="en-US" dirty="0"/>
              <a:t>, </a:t>
            </a:r>
            <a:r>
              <a:rPr lang="en-US" dirty="0" err="1"/>
              <a:t>rezultatele</a:t>
            </a:r>
            <a:r>
              <a:rPr lang="en-US" dirty="0"/>
              <a:t> </a:t>
            </a:r>
            <a:r>
              <a:rPr lang="en-US" dirty="0" err="1"/>
              <a:t>analizei</a:t>
            </a:r>
            <a:r>
              <a:rPr lang="en-US" dirty="0"/>
              <a:t> </a:t>
            </a:r>
            <a:r>
              <a:rPr lang="en-US" dirty="0" err="1"/>
              <a:t>vor</a:t>
            </a:r>
            <a:r>
              <a:rPr lang="en-US" dirty="0"/>
              <a:t> </a:t>
            </a:r>
            <a:r>
              <a:rPr lang="en-US" dirty="0" err="1"/>
              <a:t>depinde</a:t>
            </a:r>
            <a:r>
              <a:rPr lang="en-US" dirty="0"/>
              <a:t> de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unități</a:t>
            </a:r>
            <a:r>
              <a:rPr lang="en-US" dirty="0"/>
              <a:t> de </a:t>
            </a:r>
            <a:r>
              <a:rPr lang="en-US" dirty="0" err="1"/>
              <a:t>măsură</a:t>
            </a:r>
            <a:r>
              <a:rPr lang="en-US" dirty="0"/>
              <a:t> sunt </a:t>
            </a:r>
            <a:r>
              <a:rPr lang="en-US" dirty="0" err="1"/>
              <a:t>utilizate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măsurarea</a:t>
            </a:r>
            <a:r>
              <a:rPr lang="en-US" dirty="0"/>
              <a:t> </a:t>
            </a:r>
            <a:r>
              <a:rPr lang="en-US" dirty="0" err="1"/>
              <a:t>fiecărei</a:t>
            </a:r>
            <a:r>
              <a:rPr lang="en-US" dirty="0"/>
              <a:t> </a:t>
            </a:r>
            <a:r>
              <a:rPr lang="en-US" dirty="0" err="1"/>
              <a:t>variabile</a:t>
            </a:r>
            <a:r>
              <a:rPr lang="en-US" dirty="0"/>
              <a:t>. </a:t>
            </a:r>
            <a:r>
              <a:rPr lang="en-US" dirty="0" err="1"/>
              <a:t>Standardizarea</a:t>
            </a:r>
            <a:r>
              <a:rPr lang="en-US" dirty="0"/>
              <a:t> </a:t>
            </a:r>
            <a:r>
              <a:rPr lang="en-US" dirty="0" err="1"/>
              <a:t>valorilor</a:t>
            </a:r>
            <a:r>
              <a:rPr lang="en-US" dirty="0"/>
              <a:t> brute face o </a:t>
            </a:r>
            <a:r>
              <a:rPr lang="en-US" dirty="0" err="1"/>
              <a:t>variație</a:t>
            </a:r>
            <a:r>
              <a:rPr lang="en-US" dirty="0"/>
              <a:t> </a:t>
            </a:r>
            <a:r>
              <a:rPr lang="en-US" dirty="0" err="1"/>
              <a:t>egală</a:t>
            </a:r>
            <a:r>
              <a:rPr lang="en-US" dirty="0"/>
              <a:t>, </a:t>
            </a:r>
            <a:r>
              <a:rPr lang="en-US" dirty="0" err="1"/>
              <a:t>astfel</a:t>
            </a:r>
            <a:r>
              <a:rPr lang="en-US" dirty="0"/>
              <a:t> </a:t>
            </a:r>
            <a:r>
              <a:rPr lang="en-US" dirty="0" err="1"/>
              <a:t>încât</a:t>
            </a:r>
            <a:r>
              <a:rPr lang="en-US" dirty="0"/>
              <a:t> </a:t>
            </a:r>
            <a:r>
              <a:rPr lang="en-US" dirty="0" err="1"/>
              <a:t>ponderea</a:t>
            </a:r>
            <a:r>
              <a:rPr lang="en-US" dirty="0"/>
              <a:t> mare nu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atribuită</a:t>
            </a:r>
            <a:r>
              <a:rPr lang="en-US" dirty="0"/>
              <a:t> </a:t>
            </a:r>
            <a:r>
              <a:rPr lang="en-US" dirty="0" err="1"/>
              <a:t>variabilelor</a:t>
            </a:r>
            <a:r>
              <a:rPr lang="en-US" dirty="0"/>
              <a:t> care au </a:t>
            </a:r>
            <a:r>
              <a:rPr lang="en-US" dirty="0" err="1"/>
              <a:t>varianțe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mari</a:t>
            </a:r>
            <a:r>
              <a:rPr lang="en-US" dirty="0"/>
              <a:t>.</a:t>
            </a:r>
            <a:endParaRPr lang="ro-RO" dirty="0"/>
          </a:p>
          <a:p>
            <a:r>
              <a:rPr lang="ro-RO" dirty="0"/>
              <a:t>Înainte de regresii (LASSO, RIDGE) sau când interpretăm o regresie clasică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33279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Atenție: standardizarea fără scurgeri de informație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Scalerul învață din date: media și deviația standard (StandardScaler), minimul și maximul (MinMaxScaler)</a:t>
            </a:r>
          </a:p>
          <a:p>
            <a:pPr/>
            <a:r>
              <a:rPr sz="2000"/>
              <a:t>Dacă urmează evaluarea pe date noi (modulele 4–6):</a:t>
            </a:r>
          </a:p>
          <a:p>
            <a:pPr lvl="1"/>
            <a:r>
              <a:rPr sz="1800"/>
              <a:t>împărțiți întâi train/test</a:t>
            </a:r>
          </a:p>
          <a:p>
            <a:pPr lvl="1"/>
            <a:r>
              <a:rPr sz="1800"/>
              <a:t>scaler.fit(X_train), apoi transform pe train și pe test, cu aceiași parametri</a:t>
            </a:r>
          </a:p>
          <a:p>
            <a:pPr/>
            <a:r>
              <a:rPr sz="2000"/>
              <a:t>Greșeala clasică: fit pe tot setul înainte de împărțire; testul „aude” informație despre media și împrăștierea lui</a:t>
            </a:r>
          </a:p>
          <a:p>
            <a:pPr/>
            <a:r>
              <a:rPr sz="2000"/>
              <a:t>La clusterizare/PCA fără test, scalați tot setul, dar fără coloana țintă și fără ID-uri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4267</TotalTime>
  <Words>542</Words>
  <Application>Microsoft Office PowerPoint</Application>
  <PresentationFormat>On-screen Show (16:9)</PresentationFormat>
  <Paragraphs>44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Arial</vt:lpstr>
      <vt:lpstr>Calibri Light</vt:lpstr>
      <vt:lpstr>Söhne</vt:lpstr>
      <vt:lpstr>office theme</vt:lpstr>
      <vt:lpstr>Normalizare, standardizare (ref)</vt:lpstr>
      <vt:lpstr>Normalizare, standardizare</vt:lpstr>
      <vt:lpstr>Normalizare, standardizare</vt:lpstr>
      <vt:lpstr>Normalizare, standardizare</vt:lpstr>
      <vt:lpstr>Normalizare, standardizare</vt:lpstr>
      <vt:lpstr>Când este importantă standardizarea variabilelor?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 4</dc:title>
  <dc:creator>Stefan Bildea</dc:creator>
  <cp:lastModifiedBy>Stefan Bildea</cp:lastModifiedBy>
  <cp:revision>17</cp:revision>
  <cp:lastPrinted>2024-10-06T11:12:11Z</cp:lastPrinted>
  <dcterms:modified xsi:type="dcterms:W3CDTF">2026-10-24T17:36:02Z</dcterms:modified>
</cp:coreProperties>
</file>