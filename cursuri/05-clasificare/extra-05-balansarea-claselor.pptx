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6"/>
  </p:notesMasterIdLst>
  <p:sldIdLst>
    <p:sldId id="316" r:id="rId2"/>
    <p:sldId id="319" r:id="rId3"/>
    <p:sldId id="318" r:id="rId4"/>
    <p:sldId id="321" r:id="rId5"/>
    <p:sldId id="322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765D9A-5B29-4FE0-BD4B-011D1141B641}">
  <a:tblStyle styleId="{19765D9A-5B29-4FE0-BD4B-011D1141B6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>
      <p:cViewPr>
        <p:scale>
          <a:sx n="90" d="100"/>
          <a:sy n="90" d="100"/>
        </p:scale>
        <p:origin x="608" y="-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Bildea" userId="14ee9846484ecb5c" providerId="LiveId" clId="{83BE690E-A8E1-4F39-93E0-6C6F611EAF9A}"/>
    <pc:docChg chg="undo custSel addSld delSld modSld">
      <pc:chgData name="Stefan Bildea" userId="14ee9846484ecb5c" providerId="LiveId" clId="{83BE690E-A8E1-4F39-93E0-6C6F611EAF9A}" dt="2021-10-20T06:41:23.697" v="561" actId="47"/>
      <pc:docMkLst>
        <pc:docMk/>
      </pc:docMkLst>
      <pc:sldChg chg="modSp mod modClrScheme chgLayout">
        <pc:chgData name="Stefan Bildea" userId="14ee9846484ecb5c" providerId="LiveId" clId="{83BE690E-A8E1-4F39-93E0-6C6F611EAF9A}" dt="2021-10-19T15:46:42.525" v="52" actId="20577"/>
        <pc:sldMkLst>
          <pc:docMk/>
          <pc:sldMk cId="0" sldId="256"/>
        </pc:sldMkLst>
        <pc:spChg chg="mod ord">
          <ac:chgData name="Stefan Bildea" userId="14ee9846484ecb5c" providerId="LiveId" clId="{83BE690E-A8E1-4F39-93E0-6C6F611EAF9A}" dt="2021-10-19T15:46:42.525" v="52" actId="20577"/>
          <ac:spMkLst>
            <pc:docMk/>
            <pc:sldMk cId="0" sldId="256"/>
            <ac:spMk id="62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45:52.405" v="2" actId="6549"/>
          <ac:spMkLst>
            <pc:docMk/>
            <pc:sldMk cId="0" sldId="256"/>
            <ac:spMk id="63" creationId="{00000000-0000-0000-0000-000000000000}"/>
          </ac:spMkLst>
        </pc:spChg>
      </pc:sldChg>
      <pc:sldChg chg="addSp delSp modSp del mod modClrScheme chgLayout">
        <pc:chgData name="Stefan Bildea" userId="14ee9846484ecb5c" providerId="LiveId" clId="{83BE690E-A8E1-4F39-93E0-6C6F611EAF9A}" dt="2021-10-19T16:13:13.958" v="471" actId="47"/>
        <pc:sldMkLst>
          <pc:docMk/>
          <pc:sldMk cId="0" sldId="257"/>
        </pc:sldMkLst>
        <pc:spChg chg="add del mod ord">
          <ac:chgData name="Stefan Bildea" userId="14ee9846484ecb5c" providerId="LiveId" clId="{83BE690E-A8E1-4F39-93E0-6C6F611EAF9A}" dt="2021-10-19T15:47:05.471" v="54" actId="700"/>
          <ac:spMkLst>
            <pc:docMk/>
            <pc:sldMk cId="0" sldId="257"/>
            <ac:spMk id="2" creationId="{DF82A4BA-82EC-4592-BA03-BCD947D16460}"/>
          </ac:spMkLst>
        </pc:spChg>
        <pc:spChg chg="add mod ord">
          <ac:chgData name="Stefan Bildea" userId="14ee9846484ecb5c" providerId="LiveId" clId="{83BE690E-A8E1-4F39-93E0-6C6F611EAF9A}" dt="2021-10-19T15:48:10.146" v="58" actId="14100"/>
          <ac:spMkLst>
            <pc:docMk/>
            <pc:sldMk cId="0" sldId="257"/>
            <ac:spMk id="3" creationId="{F3761CD9-DA74-464F-A062-ACD3836BD319}"/>
          </ac:spMkLst>
        </pc:spChg>
        <pc:spChg chg="mod ord">
          <ac:chgData name="Stefan Bildea" userId="14ee9846484ecb5c" providerId="LiveId" clId="{83BE690E-A8E1-4F39-93E0-6C6F611EAF9A}" dt="2021-10-19T15:47:53.527" v="55" actId="700"/>
          <ac:spMkLst>
            <pc:docMk/>
            <pc:sldMk cId="0" sldId="257"/>
            <ac:spMk id="6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48:05.354" v="56" actId="21"/>
          <ac:spMkLst>
            <pc:docMk/>
            <pc:sldMk cId="0" sldId="257"/>
            <ac:spMk id="69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6:13:23.787" v="473" actId="20577"/>
        <pc:sldMkLst>
          <pc:docMk/>
          <pc:sldMk cId="0" sldId="258"/>
        </pc:sldMkLst>
        <pc:spChg chg="add del mod ord">
          <ac:chgData name="Stefan Bildea" userId="14ee9846484ecb5c" providerId="LiveId" clId="{83BE690E-A8E1-4F39-93E0-6C6F611EAF9A}" dt="2021-10-19T15:47:05.471" v="54" actId="700"/>
          <ac:spMkLst>
            <pc:docMk/>
            <pc:sldMk cId="0" sldId="258"/>
            <ac:spMk id="2" creationId="{D973AC29-06DF-483D-A289-E6C35B92981B}"/>
          </ac:spMkLst>
        </pc:spChg>
        <pc:spChg chg="add del mod ord">
          <ac:chgData name="Stefan Bildea" userId="14ee9846484ecb5c" providerId="LiveId" clId="{83BE690E-A8E1-4F39-93E0-6C6F611EAF9A}" dt="2021-10-19T15:48:49.389" v="61" actId="700"/>
          <ac:spMkLst>
            <pc:docMk/>
            <pc:sldMk cId="0" sldId="258"/>
            <ac:spMk id="3" creationId="{954B0647-B943-4235-87D7-F80BB22F370D}"/>
          </ac:spMkLst>
        </pc:spChg>
        <pc:spChg chg="add del mod ord">
          <ac:chgData name="Stefan Bildea" userId="14ee9846484ecb5c" providerId="LiveId" clId="{83BE690E-A8E1-4F39-93E0-6C6F611EAF9A}" dt="2021-10-19T15:49:37.892" v="80" actId="478"/>
          <ac:spMkLst>
            <pc:docMk/>
            <pc:sldMk cId="0" sldId="258"/>
            <ac:spMk id="4" creationId="{01B5DAF2-46D7-4514-B54B-DA36F1329908}"/>
          </ac:spMkLst>
        </pc:spChg>
        <pc:spChg chg="mod ord">
          <ac:chgData name="Stefan Bildea" userId="14ee9846484ecb5c" providerId="LiveId" clId="{83BE690E-A8E1-4F39-93E0-6C6F611EAF9A}" dt="2021-10-19T16:13:18.125" v="472" actId="20577"/>
          <ac:spMkLst>
            <pc:docMk/>
            <pc:sldMk cId="0" sldId="258"/>
            <ac:spMk id="7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3:23.787" v="473" actId="20577"/>
          <ac:spMkLst>
            <pc:docMk/>
            <pc:sldMk cId="0" sldId="258"/>
            <ac:spMk id="76" creationId="{00000000-0000-0000-0000-000000000000}"/>
          </ac:spMkLst>
        </pc:spChg>
        <pc:spChg chg="add del mod ord">
          <ac:chgData name="Stefan Bildea" userId="14ee9846484ecb5c" providerId="LiveId" clId="{83BE690E-A8E1-4F39-93E0-6C6F611EAF9A}" dt="2021-10-19T15:49:01.380" v="62" actId="700"/>
          <ac:spMkLst>
            <pc:docMk/>
            <pc:sldMk cId="0" sldId="258"/>
            <ac:spMk id="77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49:50.268" v="82" actId="700"/>
        <pc:sldMkLst>
          <pc:docMk/>
          <pc:sldMk cId="0" sldId="259"/>
        </pc:sldMkLst>
        <pc:spChg chg="add mod ord">
          <ac:chgData name="Stefan Bildea" userId="14ee9846484ecb5c" providerId="LiveId" clId="{83BE690E-A8E1-4F39-93E0-6C6F611EAF9A}" dt="2021-10-19T15:49:50.268" v="82" actId="700"/>
          <ac:spMkLst>
            <pc:docMk/>
            <pc:sldMk cId="0" sldId="259"/>
            <ac:spMk id="2" creationId="{5300290A-F9C8-4CE1-B584-57806B169BC0}"/>
          </ac:spMkLst>
        </pc:spChg>
        <pc:spChg chg="mod ord">
          <ac:chgData name="Stefan Bildea" userId="14ee9846484ecb5c" providerId="LiveId" clId="{83BE690E-A8E1-4F39-93E0-6C6F611EAF9A}" dt="2021-10-19T15:49:50.268" v="82" actId="700"/>
          <ac:spMkLst>
            <pc:docMk/>
            <pc:sldMk cId="0" sldId="259"/>
            <ac:spMk id="82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0:09.124" v="83" actId="700"/>
        <pc:sldMkLst>
          <pc:docMk/>
          <pc:sldMk cId="0" sldId="260"/>
        </pc:sldMkLst>
        <pc:spChg chg="mod ord">
          <ac:chgData name="Stefan Bildea" userId="14ee9846484ecb5c" providerId="LiveId" clId="{83BE690E-A8E1-4F39-93E0-6C6F611EAF9A}" dt="2021-10-19T15:50:09.124" v="83" actId="700"/>
          <ac:spMkLst>
            <pc:docMk/>
            <pc:sldMk cId="0" sldId="260"/>
            <ac:spMk id="87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0:09.124" v="83" actId="700"/>
          <ac:spMkLst>
            <pc:docMk/>
            <pc:sldMk cId="0" sldId="260"/>
            <ac:spMk id="88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0:33.948" v="84" actId="700"/>
        <pc:sldMkLst>
          <pc:docMk/>
          <pc:sldMk cId="0" sldId="261"/>
        </pc:sldMkLst>
        <pc:spChg chg="mod ord">
          <ac:chgData name="Stefan Bildea" userId="14ee9846484ecb5c" providerId="LiveId" clId="{83BE690E-A8E1-4F39-93E0-6C6F611EAF9A}" dt="2021-10-19T15:50:33.948" v="84" actId="700"/>
          <ac:spMkLst>
            <pc:docMk/>
            <pc:sldMk cId="0" sldId="261"/>
            <ac:spMk id="9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0:33.948" v="84" actId="700"/>
          <ac:spMkLst>
            <pc:docMk/>
            <pc:sldMk cId="0" sldId="261"/>
            <ac:spMk id="96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0:47.396" v="85" actId="700"/>
        <pc:sldMkLst>
          <pc:docMk/>
          <pc:sldMk cId="0" sldId="262"/>
        </pc:sldMkLst>
        <pc:spChg chg="mod ord">
          <ac:chgData name="Stefan Bildea" userId="14ee9846484ecb5c" providerId="LiveId" clId="{83BE690E-A8E1-4F39-93E0-6C6F611EAF9A}" dt="2021-10-19T15:50:47.396" v="85" actId="700"/>
          <ac:spMkLst>
            <pc:docMk/>
            <pc:sldMk cId="0" sldId="262"/>
            <ac:spMk id="101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0:47.396" v="85" actId="700"/>
          <ac:spMkLst>
            <pc:docMk/>
            <pc:sldMk cId="0" sldId="262"/>
            <ac:spMk id="102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1:21.774" v="87" actId="14100"/>
        <pc:sldMkLst>
          <pc:docMk/>
          <pc:sldMk cId="0" sldId="263"/>
        </pc:sldMkLst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3"/>
            <ac:spMk id="107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21.774" v="87" actId="14100"/>
          <ac:spMkLst>
            <pc:docMk/>
            <pc:sldMk cId="0" sldId="263"/>
            <ac:spMk id="108" creationId="{00000000-0000-0000-0000-000000000000}"/>
          </ac:spMkLst>
        </pc:spChg>
      </pc:sldChg>
      <pc:sldChg chg="modSp mod setBg modClrScheme chgLayout">
        <pc:chgData name="Stefan Bildea" userId="14ee9846484ecb5c" providerId="LiveId" clId="{83BE690E-A8E1-4F39-93E0-6C6F611EAF9A}" dt="2021-10-19T15:55:37.930" v="133" actId="1076"/>
        <pc:sldMkLst>
          <pc:docMk/>
          <pc:sldMk cId="0" sldId="264"/>
        </pc:sldMkLst>
        <pc:spChg chg="mod ord">
          <ac:chgData name="Stefan Bildea" userId="14ee9846484ecb5c" providerId="LiveId" clId="{83BE690E-A8E1-4F39-93E0-6C6F611EAF9A}" dt="2021-10-19T15:55:37.930" v="133" actId="1076"/>
          <ac:spMkLst>
            <pc:docMk/>
            <pc:sldMk cId="0" sldId="264"/>
            <ac:spMk id="11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2:56.774" v="123" actId="14100"/>
          <ac:spMkLst>
            <pc:docMk/>
            <pc:sldMk cId="0" sldId="264"/>
            <ac:spMk id="116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5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5"/>
            <ac:spMk id="2" creationId="{1761E871-26BD-4E91-AD1E-0057C3251A72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5"/>
            <ac:spMk id="121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5"/>
            <ac:spMk id="122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6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6"/>
            <ac:spMk id="2" creationId="{75444D6C-4672-437E-B59B-971AD595005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6"/>
            <ac:spMk id="128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6"/>
            <ac:spMk id="129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7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7"/>
            <ac:spMk id="2" creationId="{63DEF153-2183-4FA8-943A-562F513D954F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7"/>
            <ac:spMk id="135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8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8"/>
            <ac:spMk id="2" creationId="{4A3E9FDE-E414-45CC-84A5-487152EFAA3E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8"/>
            <ac:spMk id="142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8"/>
            <ac:spMk id="143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69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9"/>
            <ac:spMk id="2" creationId="{22647864-D19F-4FE3-9EDB-A2C46C369308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9"/>
            <ac:spMk id="150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69"/>
            <ac:spMk id="151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1:13.077" v="86" actId="700"/>
        <pc:sldMkLst>
          <pc:docMk/>
          <pc:sldMk cId="0" sldId="270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0"/>
            <ac:spMk id="2" creationId="{07D1FCEA-7DC9-4B0B-AE4F-442CEF2DA58F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0"/>
            <ac:spMk id="158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0"/>
            <ac:spMk id="159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52:16.267" v="91" actId="6549"/>
        <pc:sldMkLst>
          <pc:docMk/>
          <pc:sldMk cId="0" sldId="271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1"/>
            <ac:spMk id="2" creationId="{82914EB1-FA4F-4107-9F39-5E7280AB7F83}"/>
          </ac:spMkLst>
        </pc:spChg>
        <pc:spChg chg="mod ord">
          <ac:chgData name="Stefan Bildea" userId="14ee9846484ecb5c" providerId="LiveId" clId="{83BE690E-A8E1-4F39-93E0-6C6F611EAF9A}" dt="2021-10-19T15:52:16.267" v="91" actId="6549"/>
          <ac:spMkLst>
            <pc:docMk/>
            <pc:sldMk cId="0" sldId="271"/>
            <ac:spMk id="165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5:52:20.222" v="92" actId="6549"/>
        <pc:sldMkLst>
          <pc:docMk/>
          <pc:sldMk cId="0" sldId="272"/>
        </pc:sldMkLst>
        <pc:spChg chg="add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2"/>
            <ac:spMk id="2" creationId="{5E79271B-7E6F-4720-8CE1-15EB5C5D19AF}"/>
          </ac:spMkLst>
        </pc:spChg>
        <pc:spChg chg="mod ord">
          <ac:chgData name="Stefan Bildea" userId="14ee9846484ecb5c" providerId="LiveId" clId="{83BE690E-A8E1-4F39-93E0-6C6F611EAF9A}" dt="2021-10-19T15:52:20.222" v="92" actId="6549"/>
          <ac:spMkLst>
            <pc:docMk/>
            <pc:sldMk cId="0" sldId="272"/>
            <ac:spMk id="171" creationId="{00000000-0000-0000-0000-000000000000}"/>
          </ac:spMkLst>
        </pc:spChg>
        <pc:spChg chg="del 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2"/>
            <ac:spMk id="172" creationId="{00000000-0000-0000-0000-000000000000}"/>
          </ac:spMkLst>
        </pc:spChg>
      </pc:sldChg>
      <pc:sldChg chg="addSp delSp modSp mod modClrScheme chgLayout">
        <pc:chgData name="Stefan Bildea" userId="14ee9846484ecb5c" providerId="LiveId" clId="{83BE690E-A8E1-4F39-93E0-6C6F611EAF9A}" dt="2021-10-19T16:17:52.590" v="550" actId="1076"/>
        <pc:sldMkLst>
          <pc:docMk/>
          <pc:sldMk cId="0" sldId="273"/>
        </pc:sldMkLst>
        <pc:spChg chg="mod ord">
          <ac:chgData name="Stefan Bildea" userId="14ee9846484ecb5c" providerId="LiveId" clId="{83BE690E-A8E1-4F39-93E0-6C6F611EAF9A}" dt="2021-10-19T16:14:14.051" v="475" actId="20577"/>
          <ac:spMkLst>
            <pc:docMk/>
            <pc:sldMk cId="0" sldId="273"/>
            <ac:spMk id="17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3"/>
            <ac:spMk id="179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2" creationId="{00000000-0000-0000-0000-000000000000}"/>
          </ac:spMkLst>
        </pc:spChg>
        <pc:spChg chg="add del 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3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4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5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6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7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7:43.765" v="548" actId="164"/>
          <ac:spMkLst>
            <pc:docMk/>
            <pc:sldMk cId="0" sldId="273"/>
            <ac:spMk id="188" creationId="{00000000-0000-0000-0000-000000000000}"/>
          </ac:spMkLst>
        </pc:spChg>
        <pc:grpChg chg="add mod">
          <ac:chgData name="Stefan Bildea" userId="14ee9846484ecb5c" providerId="LiveId" clId="{83BE690E-A8E1-4F39-93E0-6C6F611EAF9A}" dt="2021-10-19T16:17:52.590" v="550" actId="1076"/>
          <ac:grpSpMkLst>
            <pc:docMk/>
            <pc:sldMk cId="0" sldId="273"/>
            <ac:grpSpMk id="2" creationId="{1724F41F-8D02-4A5E-AA96-7D10482CDD8C}"/>
          </ac:grpSpMkLst>
        </pc:grpChg>
        <pc:picChg chg="mod">
          <ac:chgData name="Stefan Bildea" userId="14ee9846484ecb5c" providerId="LiveId" clId="{83BE690E-A8E1-4F39-93E0-6C6F611EAF9A}" dt="2021-10-19T16:17:43.765" v="548" actId="164"/>
          <ac:picMkLst>
            <pc:docMk/>
            <pc:sldMk cId="0" sldId="273"/>
            <ac:picMk id="181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6:18:18.792" v="552" actId="20577"/>
        <pc:sldMkLst>
          <pc:docMk/>
          <pc:sldMk cId="0" sldId="274"/>
        </pc:sldMkLst>
        <pc:spChg chg="mod ord">
          <ac:chgData name="Stefan Bildea" userId="14ee9846484ecb5c" providerId="LiveId" clId="{83BE690E-A8E1-4F39-93E0-6C6F611EAF9A}" dt="2021-10-19T16:14:31.487" v="476"/>
          <ac:spMkLst>
            <pc:docMk/>
            <pc:sldMk cId="0" sldId="274"/>
            <ac:spMk id="19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8:18.792" v="552" actId="20577"/>
          <ac:spMkLst>
            <pc:docMk/>
            <pc:sldMk cId="0" sldId="274"/>
            <ac:spMk id="194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14:36.161" v="477"/>
        <pc:sldMkLst>
          <pc:docMk/>
          <pc:sldMk cId="0" sldId="275"/>
        </pc:sldMkLst>
        <pc:spChg chg="mod ord">
          <ac:chgData name="Stefan Bildea" userId="14ee9846484ecb5c" providerId="LiveId" clId="{83BE690E-A8E1-4F39-93E0-6C6F611EAF9A}" dt="2021-10-19T16:14:36.161" v="477"/>
          <ac:spMkLst>
            <pc:docMk/>
            <pc:sldMk cId="0" sldId="275"/>
            <ac:spMk id="209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5"/>
            <ac:spMk id="210" creationId="{00000000-0000-0000-0000-000000000000}"/>
          </ac:spMkLst>
        </pc:spChg>
        <pc:picChg chg="mod">
          <ac:chgData name="Stefan Bildea" userId="14ee9846484ecb5c" providerId="LiveId" clId="{83BE690E-A8E1-4F39-93E0-6C6F611EAF9A}" dt="2021-10-19T15:57:24.967" v="134" actId="1076"/>
          <ac:picMkLst>
            <pc:docMk/>
            <pc:sldMk cId="0" sldId="275"/>
            <ac:picMk id="212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6:16:48.211" v="512" actId="14100"/>
        <pc:sldMkLst>
          <pc:docMk/>
          <pc:sldMk cId="0" sldId="276"/>
        </pc:sldMkLst>
        <pc:spChg chg="mod ord">
          <ac:chgData name="Stefan Bildea" userId="14ee9846484ecb5c" providerId="LiveId" clId="{83BE690E-A8E1-4F39-93E0-6C6F611EAF9A}" dt="2021-10-19T16:14:44.584" v="480"/>
          <ac:spMkLst>
            <pc:docMk/>
            <pc:sldMk cId="0" sldId="276"/>
            <ac:spMk id="21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6:48.211" v="512" actId="14100"/>
          <ac:spMkLst>
            <pc:docMk/>
            <pc:sldMk cId="0" sldId="276"/>
            <ac:spMk id="219" creationId="{00000000-0000-0000-0000-000000000000}"/>
          </ac:spMkLst>
        </pc:spChg>
      </pc:sldChg>
      <pc:sldChg chg="modSp del mod modClrScheme chgLayout">
        <pc:chgData name="Stefan Bildea" userId="14ee9846484ecb5c" providerId="LiveId" clId="{83BE690E-A8E1-4F39-93E0-6C6F611EAF9A}" dt="2021-10-19T16:15:14.389" v="483" actId="47"/>
        <pc:sldMkLst>
          <pc:docMk/>
          <pc:sldMk cId="0" sldId="277"/>
        </pc:sldMkLst>
        <pc:spChg chg="mod ord">
          <ac:chgData name="Stefan Bildea" userId="14ee9846484ecb5c" providerId="LiveId" clId="{83BE690E-A8E1-4F39-93E0-6C6F611EAF9A}" dt="2021-10-19T16:14:50.432" v="481"/>
          <ac:spMkLst>
            <pc:docMk/>
            <pc:sldMk cId="0" sldId="277"/>
            <ac:spMk id="22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7"/>
            <ac:spMk id="226" creationId="{00000000-0000-0000-0000-000000000000}"/>
          </ac:spMkLst>
        </pc:spChg>
      </pc:sldChg>
      <pc:sldChg chg="modSp del mod modClrScheme chgLayout">
        <pc:chgData name="Stefan Bildea" userId="14ee9846484ecb5c" providerId="LiveId" clId="{83BE690E-A8E1-4F39-93E0-6C6F611EAF9A}" dt="2021-10-19T16:15:16.019" v="484" actId="47"/>
        <pc:sldMkLst>
          <pc:docMk/>
          <pc:sldMk cId="0" sldId="278"/>
        </pc:sldMkLst>
        <pc:spChg chg="mod ord">
          <ac:chgData name="Stefan Bildea" userId="14ee9846484ecb5c" providerId="LiveId" clId="{83BE690E-A8E1-4F39-93E0-6C6F611EAF9A}" dt="2021-10-19T16:14:57.830" v="482"/>
          <ac:spMkLst>
            <pc:docMk/>
            <pc:sldMk cId="0" sldId="278"/>
            <ac:spMk id="232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1:13.077" v="86" actId="700"/>
          <ac:spMkLst>
            <pc:docMk/>
            <pc:sldMk cId="0" sldId="278"/>
            <ac:spMk id="233" creationId="{00000000-0000-0000-0000-000000000000}"/>
          </ac:spMkLst>
        </pc:spChg>
      </pc:sldChg>
      <pc:sldChg chg="addSp modSp mod modClrScheme chgLayout">
        <pc:chgData name="Stefan Bildea" userId="14ee9846484ecb5c" providerId="LiveId" clId="{83BE690E-A8E1-4F39-93E0-6C6F611EAF9A}" dt="2021-10-19T15:58:05.324" v="143" actId="20577"/>
        <pc:sldMkLst>
          <pc:docMk/>
          <pc:sldMk cId="0" sldId="279"/>
        </pc:sldMkLst>
        <pc:spChg chg="add mod ord">
          <ac:chgData name="Stefan Bildea" userId="14ee9846484ecb5c" providerId="LiveId" clId="{83BE690E-A8E1-4F39-93E0-6C6F611EAF9A}" dt="2021-10-19T15:57:41.539" v="135" actId="700"/>
          <ac:spMkLst>
            <pc:docMk/>
            <pc:sldMk cId="0" sldId="279"/>
            <ac:spMk id="2" creationId="{584DA310-0EF6-439D-AA41-61F34B161C81}"/>
          </ac:spMkLst>
        </pc:spChg>
        <pc:spChg chg="mod ord">
          <ac:chgData name="Stefan Bildea" userId="14ee9846484ecb5c" providerId="LiveId" clId="{83BE690E-A8E1-4F39-93E0-6C6F611EAF9A}" dt="2021-10-19T15:58:05.324" v="143" actId="20577"/>
          <ac:spMkLst>
            <pc:docMk/>
            <pc:sldMk cId="0" sldId="279"/>
            <ac:spMk id="241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0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0"/>
            <ac:spMk id="246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0"/>
            <ac:spMk id="247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1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1"/>
            <ac:spMk id="252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1"/>
            <ac:spMk id="253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9:38.016" v="146" actId="732"/>
        <pc:sldMkLst>
          <pc:docMk/>
          <pc:sldMk cId="0" sldId="282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2"/>
            <ac:spMk id="26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2"/>
            <ac:spMk id="264" creationId="{00000000-0000-0000-0000-000000000000}"/>
          </ac:spMkLst>
        </pc:spChg>
        <pc:picChg chg="mod modCrop">
          <ac:chgData name="Stefan Bildea" userId="14ee9846484ecb5c" providerId="LiveId" clId="{83BE690E-A8E1-4F39-93E0-6C6F611EAF9A}" dt="2021-10-19T15:59:38.016" v="146" actId="732"/>
          <ac:picMkLst>
            <pc:docMk/>
            <pc:sldMk cId="0" sldId="282"/>
            <ac:picMk id="266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3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3"/>
            <ac:spMk id="27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3"/>
            <ac:spMk id="274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4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4"/>
            <ac:spMk id="280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4"/>
            <ac:spMk id="281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5:58:48.964" v="144" actId="700"/>
        <pc:sldMkLst>
          <pc:docMk/>
          <pc:sldMk cId="0" sldId="285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5"/>
            <ac:spMk id="287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5"/>
            <ac:spMk id="288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01:56.568" v="157" actId="20577"/>
        <pc:sldMkLst>
          <pc:docMk/>
          <pc:sldMk cId="0" sldId="286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6"/>
            <ac:spMk id="29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1:56.568" v="157" actId="20577"/>
          <ac:spMkLst>
            <pc:docMk/>
            <pc:sldMk cId="0" sldId="286"/>
            <ac:spMk id="296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02:30.568" v="164" actId="20577"/>
        <pc:sldMkLst>
          <pc:docMk/>
          <pc:sldMk cId="0" sldId="287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7"/>
            <ac:spMk id="301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2:30.568" v="164" actId="20577"/>
          <ac:spMkLst>
            <pc:docMk/>
            <pc:sldMk cId="0" sldId="287"/>
            <ac:spMk id="302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09:04.400" v="432" actId="20577"/>
        <pc:sldMkLst>
          <pc:docMk/>
          <pc:sldMk cId="0" sldId="288"/>
        </pc:sldMkLst>
        <pc:spChg chg="mod ord">
          <ac:chgData name="Stefan Bildea" userId="14ee9846484ecb5c" providerId="LiveId" clId="{83BE690E-A8E1-4F39-93E0-6C6F611EAF9A}" dt="2021-10-19T15:58:48.964" v="144" actId="700"/>
          <ac:spMkLst>
            <pc:docMk/>
            <pc:sldMk cId="0" sldId="288"/>
            <ac:spMk id="308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9:04.400" v="432" actId="20577"/>
          <ac:spMkLst>
            <pc:docMk/>
            <pc:sldMk cId="0" sldId="288"/>
            <ac:spMk id="309" creationId="{00000000-0000-0000-0000-000000000000}"/>
          </ac:spMkLst>
        </pc:spChg>
        <pc:picChg chg="mod">
          <ac:chgData name="Stefan Bildea" userId="14ee9846484ecb5c" providerId="LiveId" clId="{83BE690E-A8E1-4F39-93E0-6C6F611EAF9A}" dt="2021-10-19T16:02:53.783" v="166" actId="1076"/>
          <ac:picMkLst>
            <pc:docMk/>
            <pc:sldMk cId="0" sldId="288"/>
            <ac:picMk id="310" creationId="{00000000-0000-0000-0000-000000000000}"/>
          </ac:picMkLst>
        </pc:picChg>
      </pc:sldChg>
      <pc:sldChg chg="modSp mod modClrScheme chgLayout">
        <pc:chgData name="Stefan Bildea" userId="14ee9846484ecb5c" providerId="LiveId" clId="{83BE690E-A8E1-4F39-93E0-6C6F611EAF9A}" dt="2021-10-19T16:10:26.315" v="457" actId="20577"/>
        <pc:sldMkLst>
          <pc:docMk/>
          <pc:sldMk cId="0" sldId="289"/>
        </pc:sldMkLst>
        <pc:spChg chg="mod ord">
          <ac:chgData name="Stefan Bildea" userId="14ee9846484ecb5c" providerId="LiveId" clId="{83BE690E-A8E1-4F39-93E0-6C6F611EAF9A}" dt="2021-10-19T16:10:26.315" v="457" actId="20577"/>
          <ac:spMkLst>
            <pc:docMk/>
            <pc:sldMk cId="0" sldId="289"/>
            <ac:spMk id="315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09:26.476" v="435" actId="20577"/>
          <ac:spMkLst>
            <pc:docMk/>
            <pc:sldMk cId="0" sldId="289"/>
            <ac:spMk id="317" creationId="{00000000-0000-0000-0000-000000000000}"/>
          </ac:spMkLst>
        </pc:spChg>
        <pc:spChg chg="mod">
          <ac:chgData name="Stefan Bildea" userId="14ee9846484ecb5c" providerId="LiveId" clId="{83BE690E-A8E1-4F39-93E0-6C6F611EAF9A}" dt="2021-10-19T16:10:03.999" v="453" actId="1076"/>
          <ac:spMkLst>
            <pc:docMk/>
            <pc:sldMk cId="0" sldId="289"/>
            <ac:spMk id="318" creationId="{00000000-0000-0000-0000-000000000000}"/>
          </ac:spMkLst>
        </pc:spChg>
        <pc:picChg chg="mod">
          <ac:chgData name="Stefan Bildea" userId="14ee9846484ecb5c" providerId="LiveId" clId="{83BE690E-A8E1-4F39-93E0-6C6F611EAF9A}" dt="2021-10-19T16:10:03.999" v="453" actId="1076"/>
          <ac:picMkLst>
            <pc:docMk/>
            <pc:sldMk cId="0" sldId="289"/>
            <ac:picMk id="316" creationId="{00000000-0000-0000-0000-000000000000}"/>
          </ac:picMkLst>
        </pc:picChg>
      </pc:sldChg>
      <pc:sldChg chg="addSp modSp mod modClrScheme chgLayout">
        <pc:chgData name="Stefan Bildea" userId="14ee9846484ecb5c" providerId="LiveId" clId="{83BE690E-A8E1-4F39-93E0-6C6F611EAF9A}" dt="2021-10-19T16:10:37.108" v="458" actId="700"/>
        <pc:sldMkLst>
          <pc:docMk/>
          <pc:sldMk cId="0" sldId="290"/>
        </pc:sldMkLst>
        <pc:spChg chg="add mod ord">
          <ac:chgData name="Stefan Bildea" userId="14ee9846484ecb5c" providerId="LiveId" clId="{83BE690E-A8E1-4F39-93E0-6C6F611EAF9A}" dt="2021-10-19T16:10:37.108" v="458" actId="700"/>
          <ac:spMkLst>
            <pc:docMk/>
            <pc:sldMk cId="0" sldId="290"/>
            <ac:spMk id="2" creationId="{4C99618C-6A04-4239-B455-C2AE23F41B90}"/>
          </ac:spMkLst>
        </pc:spChg>
        <pc:spChg chg="mod ord">
          <ac:chgData name="Stefan Bildea" userId="14ee9846484ecb5c" providerId="LiveId" clId="{83BE690E-A8E1-4F39-93E0-6C6F611EAF9A}" dt="2021-10-19T16:10:37.108" v="458" actId="700"/>
          <ac:spMkLst>
            <pc:docMk/>
            <pc:sldMk cId="0" sldId="290"/>
            <ac:spMk id="323" creationId="{00000000-0000-0000-0000-000000000000}"/>
          </ac:spMkLst>
        </pc:spChg>
      </pc:sldChg>
      <pc:sldChg chg="modSp mod modClrScheme chgLayout">
        <pc:chgData name="Stefan Bildea" userId="14ee9846484ecb5c" providerId="LiveId" clId="{83BE690E-A8E1-4F39-93E0-6C6F611EAF9A}" dt="2021-10-19T16:11:46.887" v="470" actId="108"/>
        <pc:sldMkLst>
          <pc:docMk/>
          <pc:sldMk cId="0" sldId="292"/>
        </pc:sldMkLst>
        <pc:spChg chg="mod ord">
          <ac:chgData name="Stefan Bildea" userId="14ee9846484ecb5c" providerId="LiveId" clId="{83BE690E-A8E1-4F39-93E0-6C6F611EAF9A}" dt="2021-10-19T16:11:00.411" v="459" actId="700"/>
          <ac:spMkLst>
            <pc:docMk/>
            <pc:sldMk cId="0" sldId="292"/>
            <ac:spMk id="333" creationId="{00000000-0000-0000-0000-000000000000}"/>
          </ac:spMkLst>
        </pc:spChg>
        <pc:spChg chg="mod ord">
          <ac:chgData name="Stefan Bildea" userId="14ee9846484ecb5c" providerId="LiveId" clId="{83BE690E-A8E1-4F39-93E0-6C6F611EAF9A}" dt="2021-10-19T16:11:46.887" v="470" actId="108"/>
          <ac:spMkLst>
            <pc:docMk/>
            <pc:sldMk cId="0" sldId="292"/>
            <ac:spMk id="334" creationId="{00000000-0000-0000-0000-000000000000}"/>
          </ac:spMkLst>
        </pc:spChg>
      </pc:sldChg>
      <pc:sldChg chg="addSp delSp modSp new del mod">
        <pc:chgData name="Stefan Bildea" userId="14ee9846484ecb5c" providerId="LiveId" clId="{83BE690E-A8E1-4F39-93E0-6C6F611EAF9A}" dt="2021-10-20T06:41:23.697" v="561" actId="47"/>
        <pc:sldMkLst>
          <pc:docMk/>
          <pc:sldMk cId="3865377911" sldId="293"/>
        </pc:sldMkLst>
        <pc:spChg chg="add del">
          <ac:chgData name="Stefan Bildea" userId="14ee9846484ecb5c" providerId="LiveId" clId="{83BE690E-A8E1-4F39-93E0-6C6F611EAF9A}" dt="2021-10-20T06:37:21.974" v="555" actId="22"/>
          <ac:spMkLst>
            <pc:docMk/>
            <pc:sldMk cId="3865377911" sldId="293"/>
            <ac:spMk id="5" creationId="{A4C2D493-EDE7-4E89-BC22-B5C10AF8000E}"/>
          </ac:spMkLst>
        </pc:spChg>
        <pc:picChg chg="add del mod modCrop">
          <ac:chgData name="Stefan Bildea" userId="14ee9846484ecb5c" providerId="LiveId" clId="{83BE690E-A8E1-4F39-93E0-6C6F611EAF9A}" dt="2021-10-20T06:41:18.330" v="560" actId="478"/>
          <ac:picMkLst>
            <pc:docMk/>
            <pc:sldMk cId="3865377911" sldId="293"/>
            <ac:picMk id="6" creationId="{5025B73A-7446-4A15-91AD-C4E8D3EB9BD9}"/>
          </ac:picMkLst>
        </pc:picChg>
      </pc:sldChg>
    </pc:docChg>
  </pc:docChgLst>
  <pc:docChgLst>
    <pc:chgData name="Stefan Bildea" userId="14ee9846484ecb5c" providerId="LiveId" clId="{19FDC352-C7B3-459B-8AF4-51EC65A8DE48}"/>
    <pc:docChg chg="modSld">
      <pc:chgData name="Stefan Bildea" userId="14ee9846484ecb5c" providerId="LiveId" clId="{19FDC352-C7B3-459B-8AF4-51EC65A8DE48}" dt="2024-10-06T11:13:48.770" v="11" actId="13926"/>
      <pc:docMkLst>
        <pc:docMk/>
      </pc:docMkLst>
      <pc:sldChg chg="modSp mod">
        <pc:chgData name="Stefan Bildea" userId="14ee9846484ecb5c" providerId="LiveId" clId="{19FDC352-C7B3-459B-8AF4-51EC65A8DE48}" dt="2024-10-06T11:11:54.527" v="1" actId="20577"/>
        <pc:sldMkLst>
          <pc:docMk/>
          <pc:sldMk cId="0" sldId="256"/>
        </pc:sldMkLst>
        <pc:spChg chg="mod">
          <ac:chgData name="Stefan Bildea" userId="14ee9846484ecb5c" providerId="LiveId" clId="{19FDC352-C7B3-459B-8AF4-51EC65A8DE48}" dt="2024-10-06T11:11:54.527" v="1" actId="20577"/>
          <ac:spMkLst>
            <pc:docMk/>
            <pc:sldMk cId="0" sldId="256"/>
            <ac:spMk id="63" creationId="{00000000-0000-0000-0000-000000000000}"/>
          </ac:spMkLst>
        </pc:spChg>
      </pc:sldChg>
      <pc:sldChg chg="modSp mod">
        <pc:chgData name="Stefan Bildea" userId="14ee9846484ecb5c" providerId="LiveId" clId="{19FDC352-C7B3-459B-8AF4-51EC65A8DE48}" dt="2024-10-06T11:13:48.770" v="11" actId="13926"/>
        <pc:sldMkLst>
          <pc:docMk/>
          <pc:sldMk cId="1980379935" sldId="308"/>
        </pc:sldMkLst>
        <pc:spChg chg="mod">
          <ac:chgData name="Stefan Bildea" userId="14ee9846484ecb5c" providerId="LiveId" clId="{19FDC352-C7B3-459B-8AF4-51EC65A8DE48}" dt="2024-10-06T11:13:48.770" v="11" actId="13926"/>
          <ac:spMkLst>
            <pc:docMk/>
            <pc:sldMk cId="1980379935" sldId="308"/>
            <ac:spMk id="3" creationId="{BE040A14-ABCB-6E15-1DC9-3CAD1FFDEFCB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C7293843-128C-4D2B-A103-9DA2C2C927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5568" y="3938020"/>
            <a:ext cx="1941394" cy="102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003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5FE184C9-9BA9-4964-9353-EED79D9D08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136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6CE7D4D5-31B5-4ABD-90BD-C83C47DA76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88449" y="3500728"/>
            <a:ext cx="1371380" cy="72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741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361C6F62-48BD-4DB9-9BD5-838E597A83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23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594DFD41-4391-433D-8899-002824FDE5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33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67108B6D-DAC9-4BD3-87CB-9BD75FAAB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0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1319771-AF7C-4669-99A2-265F52023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0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F0BE1DC0-2928-45ED-8EAB-71B3914A8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59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5AD7E8F7-2B81-4172-BD37-3FDB853E2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97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B554B6C4-1F10-4A65-872F-011A6AF433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5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D6B35E48-9C0D-4BC2-B9D1-9422CDD4D8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157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885FC70C-D76D-0AA4-8609-28302102026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067040" y="4631713"/>
            <a:ext cx="896621" cy="47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7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n.wikipedia.org/wiki/Anscombe%27s_quartet" TargetMode="External"/><Relationship Id="rId3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BE5C9-9486-CE56-B6A0-10F0CEF9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Balansarea claselor (pt. clasificare)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3363E-89D6-0B8A-92E8-6DC8D3A4A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Dacă o clasă este dominantă (de exemplu mai mult de 90% din observații), devin greu de construit un model de clasificare</a:t>
            </a:r>
          </a:p>
          <a:p>
            <a:r>
              <a:rPr lang="ro-RO" dirty="0"/>
              <a:t>În mod ideal, când antrenăm un model de clasificare cu n clase, datele de antrenament ar trebui să conțină un număr similar de observații pentru fiecare clasă</a:t>
            </a:r>
          </a:p>
          <a:p>
            <a:r>
              <a:rPr lang="ro-RO" dirty="0"/>
              <a:t>În realitate nu se întâmplă așa. Uneori este benefică balansarea claselor</a:t>
            </a:r>
          </a:p>
          <a:p>
            <a:pPr lvl="1"/>
            <a:r>
              <a:rPr lang="ro-RO" dirty="0"/>
              <a:t>Prin supraeșantionare (oversampling), sau</a:t>
            </a:r>
          </a:p>
          <a:p>
            <a:pPr lvl="1"/>
            <a:r>
              <a:rPr lang="ro-RO" dirty="0"/>
              <a:t>Prin subeșantionare (undersampling)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70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BE5C9-9486-CE56-B6A0-10F0CEF9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10777"/>
            <a:ext cx="7886700" cy="994172"/>
          </a:xfrm>
        </p:spPr>
        <p:txBody>
          <a:bodyPr>
            <a:normAutofit fontScale="90000"/>
          </a:bodyPr>
          <a:lstStyle/>
          <a:p>
            <a:r>
              <a:rPr lang="ro-RO" dirty="0"/>
              <a:t>Balansarea claselor prin subeșantionare (undersampling)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3363E-89D6-0B8A-92E8-6DC8D3A4A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369219"/>
            <a:ext cx="8398750" cy="3263504"/>
          </a:xfrm>
        </p:spPr>
        <p:txBody>
          <a:bodyPr>
            <a:normAutofit fontScale="92500" lnSpcReduction="10000"/>
          </a:bodyPr>
          <a:lstStyle/>
          <a:p>
            <a:r>
              <a:rPr lang="ro-RO" sz="1800" dirty="0"/>
              <a:t>Cea mai simplă strategie – din clasa mare se eșantionează de mărimea clasei mai mici</a:t>
            </a:r>
          </a:p>
          <a:p>
            <a:r>
              <a:rPr lang="ro-RO" sz="1800" dirty="0"/>
              <a:t>Funcționează bine pentru Big Data</a:t>
            </a:r>
          </a:p>
          <a:p>
            <a:endParaRPr lang="ro-RO" sz="1800" dirty="0"/>
          </a:p>
          <a:p>
            <a:endParaRPr lang="ro-RO" sz="1800" dirty="0"/>
          </a:p>
          <a:p>
            <a:endParaRPr lang="ro-RO" sz="1800" dirty="0"/>
          </a:p>
          <a:p>
            <a:endParaRPr lang="ro-RO" sz="1800" dirty="0"/>
          </a:p>
          <a:p>
            <a:endParaRPr lang="ro-RO" sz="1800" dirty="0"/>
          </a:p>
          <a:p>
            <a:endParaRPr lang="ro-RO" sz="1800" dirty="0"/>
          </a:p>
          <a:p>
            <a:r>
              <a:rPr lang="ro-RO" sz="1800" dirty="0"/>
              <a:t>Pentru date puține (ca în psihologie) nu este benefică</a:t>
            </a:r>
          </a:p>
          <a:p>
            <a:pPr lvl="1"/>
            <a:r>
              <a:rPr lang="ro-RO" sz="1400" dirty="0"/>
              <a:t>De exemplu dacă avem 100 de observații cu clasele 0 și 1 și 5 sunt cu clasa 0 restul clasa 1, subeșantionarea ne dă un set cu înregistrări – 5 cu clasa 1 și 5 cu clasa 0. Cam greu de făcut statistică cu 10 numere –</a:t>
            </a:r>
            <a:r>
              <a:rPr lang="ro-RO" sz="1400" dirty="0">
                <a:hlinkClick r:id="rId2"/>
              </a:rPr>
              <a:t>contraexemplu:</a:t>
            </a:r>
            <a:endParaRPr lang="en-US" sz="1400" dirty="0"/>
          </a:p>
        </p:txBody>
      </p:sp>
      <p:pic>
        <p:nvPicPr>
          <p:cNvPr id="3076" name="Picture 4" descr="How to deal with imbalanced datasets in ML">
            <a:extLst>
              <a:ext uri="{FF2B5EF4-FFF2-40B4-BE49-F238E27FC236}">
                <a16:creationId xmlns:a16="http://schemas.microsoft.com/office/drawing/2014/main" id="{322BB974-3D5C-BAC7-01CC-F8911167CA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7" t="5877" r="6002" b="5159"/>
          <a:stretch/>
        </p:blipFill>
        <p:spPr bwMode="auto">
          <a:xfrm>
            <a:off x="4122291" y="1669927"/>
            <a:ext cx="2984254" cy="2169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6866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BE5C9-9486-CE56-B6A0-10F0CEF9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Balansarea claselor prin supraeșantionare (oversampling)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3363E-89D6-0B8A-92E8-6DC8D3A4A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Strategia pornește cu clasa mai mică</a:t>
            </a:r>
          </a:p>
          <a:p>
            <a:r>
              <a:rPr lang="ro-RO" dirty="0"/>
              <a:t>Se generează sintetic observații asemănătoare celor din clasa mică până când mărimea eșantionului este similară cu cea a clasei mari</a:t>
            </a:r>
            <a:endParaRPr lang="en-US" dirty="0"/>
          </a:p>
        </p:txBody>
      </p:sp>
      <p:pic>
        <p:nvPicPr>
          <p:cNvPr id="4098" name="Picture 2" descr="How to Deal With Imbalanced Classification and Regression Data">
            <a:extLst>
              <a:ext uri="{FF2B5EF4-FFF2-40B4-BE49-F238E27FC236}">
                <a16:creationId xmlns:a16="http://schemas.microsoft.com/office/drawing/2014/main" id="{093568CF-D91F-046B-4B46-DA6BA231B9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729"/>
          <a:stretch/>
        </p:blipFill>
        <p:spPr bwMode="auto">
          <a:xfrm>
            <a:off x="1890713" y="2383047"/>
            <a:ext cx="5226367" cy="254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290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955B-6CDC-4AB1-06CF-1B7D0AC1D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Balansarea claselor – metode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BE2DB-0B62-F984-196F-EFB274BF5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Resurse Python</a:t>
            </a:r>
          </a:p>
          <a:p>
            <a:pPr lvl="1"/>
            <a:r>
              <a:rPr lang="ro-RO" dirty="0"/>
              <a:t>https://imbalanced-learn.org/stable/</a:t>
            </a:r>
          </a:p>
          <a:p>
            <a:pPr lvl="1"/>
            <a:r>
              <a:rPr lang="en-US" dirty="0"/>
              <a:t>https://learn-scikit.oneoffcoder.com/imbalanced-learn.html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BD8FA-B3C6-23BE-AD29-D94169F73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8" y="2301726"/>
            <a:ext cx="2716769" cy="2660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4AE8DB-C06A-93C3-B234-50C5F0B7D6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2796"/>
          <a:stretch/>
        </p:blipFill>
        <p:spPr>
          <a:xfrm>
            <a:off x="3887909" y="2571750"/>
            <a:ext cx="2163088" cy="180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620916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Atenție: balansați doar datele de antrenament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Împărțiți întâi train/test (cu stratify=y, ca testul să păstreze proporția reală a claselor)</a:t>
            </a:r>
          </a:p>
          <a:p>
            <a:pPr/>
            <a:r>
              <a:rPr sz="2000"/>
              <a:t>Subeșantionarea sau supraeșantionarea se aplică numai pe train</a:t>
            </a:r>
          </a:p>
          <a:p>
            <a:pPr/>
            <a:r>
              <a:rPr sz="2000"/>
              <a:t>Testul rămâne cu distribuția reală: acolo se măsoară modelul</a:t>
            </a:r>
          </a:p>
          <a:p>
            <a:pPr/>
            <a:r>
              <a:rPr sz="2000"/>
              <a:t>Dacă balansați înainte de împărțire, observații sintetice sau copii ale aceluiași client ajung și în test: scorul pare mai bun decât este</a:t>
            </a:r>
          </a:p>
          <a:p>
            <a:pPr/>
            <a:r>
              <a:rPr sz="2000"/>
              <a:t>Alternativă simplă: class_weight="balanced" în model, fără a modifica datele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4267</TotalTime>
  <Words>232</Words>
  <Application>Microsoft Office PowerPoint</Application>
  <PresentationFormat>On-screen Show (16:9)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Arial</vt:lpstr>
      <vt:lpstr>Calibri Light</vt:lpstr>
      <vt:lpstr>office theme</vt:lpstr>
      <vt:lpstr>Balansarea claselor (pt. clasificare)</vt:lpstr>
      <vt:lpstr>Balansarea claselor prin subeșantionare (undersampling) </vt:lpstr>
      <vt:lpstr>Balansarea claselor prin supraeșantionare (oversampling)</vt:lpstr>
      <vt:lpstr>Balansarea claselor – metode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 4</dc:title>
  <dc:creator>Stefan Bildea</dc:creator>
  <cp:lastModifiedBy>Stefan Bildea</cp:lastModifiedBy>
  <cp:revision>17</cp:revision>
  <cp:lastPrinted>2024-10-06T11:12:11Z</cp:lastPrinted>
  <dcterms:modified xsi:type="dcterms:W3CDTF">2026-10-24T17:36:02Z</dcterms:modified>
</cp:coreProperties>
</file>