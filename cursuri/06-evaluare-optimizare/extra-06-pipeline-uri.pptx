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305" r:id="rId2"/>
    <p:sldId id="306" r:id="rId3"/>
    <p:sldId id="307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765D9A-5B29-4FE0-BD4B-011D1141B641}">
  <a:tblStyle styleId="{19765D9A-5B29-4FE0-BD4B-011D1141B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>
        <p:scale>
          <a:sx n="90" d="100"/>
          <a:sy n="90" d="100"/>
        </p:scale>
        <p:origin x="608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83BE690E-A8E1-4F39-93E0-6C6F611EAF9A}"/>
    <pc:docChg chg="undo custSel addSld delSld modSld">
      <pc:chgData name="Stefan Bildea" userId="14ee9846484ecb5c" providerId="LiveId" clId="{83BE690E-A8E1-4F39-93E0-6C6F611EAF9A}" dt="2021-10-20T06:41:23.697" v="561" actId="47"/>
      <pc:docMkLst>
        <pc:docMk/>
      </pc:docMkLst>
      <pc:sldChg chg="modSp mod modClrScheme chgLayout">
        <pc:chgData name="Stefan Bildea" userId="14ee9846484ecb5c" providerId="LiveId" clId="{83BE690E-A8E1-4F39-93E0-6C6F611EAF9A}" dt="2021-10-19T15:46:42.525" v="52" actId="20577"/>
        <pc:sldMkLst>
          <pc:docMk/>
          <pc:sldMk cId="0" sldId="256"/>
        </pc:sldMkLst>
        <pc:spChg chg="mod ord">
          <ac:chgData name="Stefan Bildea" userId="14ee9846484ecb5c" providerId="LiveId" clId="{83BE690E-A8E1-4F39-93E0-6C6F611EAF9A}" dt="2021-10-19T15:46:42.525" v="52" actId="20577"/>
          <ac:spMkLst>
            <pc:docMk/>
            <pc:sldMk cId="0" sldId="256"/>
            <ac:spMk id="6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5:52.405" v="2" actId="6549"/>
          <ac:spMkLst>
            <pc:docMk/>
            <pc:sldMk cId="0" sldId="256"/>
            <ac:spMk id="63" creationId="{00000000-0000-0000-0000-000000000000}"/>
          </ac:spMkLst>
        </pc:spChg>
      </pc:sldChg>
      <pc:sldChg chg="addSp delSp modSp del mod modClrScheme chgLayout">
        <pc:chgData name="Stefan Bildea" userId="14ee9846484ecb5c" providerId="LiveId" clId="{83BE690E-A8E1-4F39-93E0-6C6F611EAF9A}" dt="2021-10-19T16:13:13.958" v="471" actId="47"/>
        <pc:sldMkLst>
          <pc:docMk/>
          <pc:sldMk cId="0" sldId="257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7"/>
            <ac:spMk id="2" creationId="{DF82A4BA-82EC-4592-BA03-BCD947D16460}"/>
          </ac:spMkLst>
        </pc:spChg>
        <pc:spChg chg="add mod ord">
          <ac:chgData name="Stefan Bildea" userId="14ee9846484ecb5c" providerId="LiveId" clId="{83BE690E-A8E1-4F39-93E0-6C6F611EAF9A}" dt="2021-10-19T15:48:10.146" v="58" actId="14100"/>
          <ac:spMkLst>
            <pc:docMk/>
            <pc:sldMk cId="0" sldId="257"/>
            <ac:spMk id="3" creationId="{F3761CD9-DA74-464F-A062-ACD3836BD319}"/>
          </ac:spMkLst>
        </pc:spChg>
        <pc:spChg chg="mod ord">
          <ac:chgData name="Stefan Bildea" userId="14ee9846484ecb5c" providerId="LiveId" clId="{83BE690E-A8E1-4F39-93E0-6C6F611EAF9A}" dt="2021-10-19T15:47:53.527" v="55" actId="700"/>
          <ac:spMkLst>
            <pc:docMk/>
            <pc:sldMk cId="0" sldId="257"/>
            <ac:spMk id="6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8:05.354" v="56" actId="21"/>
          <ac:spMkLst>
            <pc:docMk/>
            <pc:sldMk cId="0" sldId="257"/>
            <ac:spMk id="69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3:23.787" v="473" actId="20577"/>
        <pc:sldMkLst>
          <pc:docMk/>
          <pc:sldMk cId="0" sldId="258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8"/>
            <ac:spMk id="2" creationId="{D973AC29-06DF-483D-A289-E6C35B92981B}"/>
          </ac:spMkLst>
        </pc:spChg>
        <pc:spChg chg="add del mod ord">
          <ac:chgData name="Stefan Bildea" userId="14ee9846484ecb5c" providerId="LiveId" clId="{83BE690E-A8E1-4F39-93E0-6C6F611EAF9A}" dt="2021-10-19T15:48:49.389" v="61" actId="700"/>
          <ac:spMkLst>
            <pc:docMk/>
            <pc:sldMk cId="0" sldId="258"/>
            <ac:spMk id="3" creationId="{954B0647-B943-4235-87D7-F80BB22F370D}"/>
          </ac:spMkLst>
        </pc:spChg>
        <pc:spChg chg="add del mod ord">
          <ac:chgData name="Stefan Bildea" userId="14ee9846484ecb5c" providerId="LiveId" clId="{83BE690E-A8E1-4F39-93E0-6C6F611EAF9A}" dt="2021-10-19T15:49:37.892" v="80" actId="478"/>
          <ac:spMkLst>
            <pc:docMk/>
            <pc:sldMk cId="0" sldId="258"/>
            <ac:spMk id="4" creationId="{01B5DAF2-46D7-4514-B54B-DA36F1329908}"/>
          </ac:spMkLst>
        </pc:spChg>
        <pc:spChg chg="mod ord">
          <ac:chgData name="Stefan Bildea" userId="14ee9846484ecb5c" providerId="LiveId" clId="{83BE690E-A8E1-4F39-93E0-6C6F611EAF9A}" dt="2021-10-19T16:13:18.125" v="472" actId="20577"/>
          <ac:spMkLst>
            <pc:docMk/>
            <pc:sldMk cId="0" sldId="258"/>
            <ac:spMk id="7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3:23.787" v="473" actId="20577"/>
          <ac:spMkLst>
            <pc:docMk/>
            <pc:sldMk cId="0" sldId="258"/>
            <ac:spMk id="76" creationId="{00000000-0000-0000-0000-000000000000}"/>
          </ac:spMkLst>
        </pc:spChg>
        <pc:spChg chg="add del mod ord">
          <ac:chgData name="Stefan Bildea" userId="14ee9846484ecb5c" providerId="LiveId" clId="{83BE690E-A8E1-4F39-93E0-6C6F611EAF9A}" dt="2021-10-19T15:49:01.380" v="62" actId="700"/>
          <ac:spMkLst>
            <pc:docMk/>
            <pc:sldMk cId="0" sldId="258"/>
            <ac:spMk id="77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49:50.268" v="82" actId="700"/>
        <pc:sldMkLst>
          <pc:docMk/>
          <pc:sldMk cId="0" sldId="259"/>
        </pc:sldMkLst>
        <pc:spChg chg="add 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2" creationId="{5300290A-F9C8-4CE1-B584-57806B169BC0}"/>
          </ac:spMkLst>
        </pc:spChg>
        <pc:spChg chg="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8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09.124" v="83" actId="700"/>
        <pc:sldMkLst>
          <pc:docMk/>
          <pc:sldMk cId="0" sldId="260"/>
        </pc:sldMkLst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33.948" v="84" actId="700"/>
        <pc:sldMkLst>
          <pc:docMk/>
          <pc:sldMk cId="0" sldId="261"/>
        </pc:sldMkLst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47.396" v="85" actId="700"/>
        <pc:sldMkLst>
          <pc:docMk/>
          <pc:sldMk cId="0" sldId="262"/>
        </pc:sldMkLst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1:21.774" v="87" actId="14100"/>
        <pc:sldMkLst>
          <pc:docMk/>
          <pc:sldMk cId="0" sldId="263"/>
        </pc:sldMkLst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3"/>
            <ac:spMk id="10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21.774" v="87" actId="14100"/>
          <ac:spMkLst>
            <pc:docMk/>
            <pc:sldMk cId="0" sldId="263"/>
            <ac:spMk id="108" creationId="{00000000-0000-0000-0000-000000000000}"/>
          </ac:spMkLst>
        </pc:spChg>
      </pc:sldChg>
      <pc:sldChg chg="modSp mod setBg modClrScheme chgLayout">
        <pc:chgData name="Stefan Bildea" userId="14ee9846484ecb5c" providerId="LiveId" clId="{83BE690E-A8E1-4F39-93E0-6C6F611EAF9A}" dt="2021-10-19T15:55:37.930" v="133" actId="1076"/>
        <pc:sldMkLst>
          <pc:docMk/>
          <pc:sldMk cId="0" sldId="264"/>
        </pc:sldMkLst>
        <pc:spChg chg="mod ord">
          <ac:chgData name="Stefan Bildea" userId="14ee9846484ecb5c" providerId="LiveId" clId="{83BE690E-A8E1-4F39-93E0-6C6F611EAF9A}" dt="2021-10-19T15:55:37.930" v="133" actId="1076"/>
          <ac:spMkLst>
            <pc:docMk/>
            <pc:sldMk cId="0" sldId="264"/>
            <ac:spMk id="1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2:56.774" v="123" actId="14100"/>
          <ac:spMkLst>
            <pc:docMk/>
            <pc:sldMk cId="0" sldId="264"/>
            <ac:spMk id="116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5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2" creationId="{1761E871-26BD-4E91-AD1E-0057C3251A72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6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2" creationId="{75444D6C-4672-437E-B59B-971AD595005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7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2" creationId="{63DEF153-2183-4FA8-943A-562F513D954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13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8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2" creationId="{4A3E9FDE-E414-45CC-84A5-487152EFAA3E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2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3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9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2" creationId="{22647864-D19F-4FE3-9EDB-A2C46C369308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0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1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70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2" creationId="{07D1FCEA-7DC9-4B0B-AE4F-442CEF2DA58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2:16.267" v="91" actId="6549"/>
        <pc:sldMkLst>
          <pc:docMk/>
          <pc:sldMk cId="0" sldId="271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1"/>
            <ac:spMk id="2" creationId="{82914EB1-FA4F-4107-9F39-5E7280AB7F83}"/>
          </ac:spMkLst>
        </pc:spChg>
        <pc:spChg chg="mod ord">
          <ac:chgData name="Stefan Bildea" userId="14ee9846484ecb5c" providerId="LiveId" clId="{83BE690E-A8E1-4F39-93E0-6C6F611EAF9A}" dt="2021-10-19T15:52:16.267" v="91" actId="6549"/>
          <ac:spMkLst>
            <pc:docMk/>
            <pc:sldMk cId="0" sldId="271"/>
            <ac:spMk id="16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2:20.222" v="92" actId="6549"/>
        <pc:sldMkLst>
          <pc:docMk/>
          <pc:sldMk cId="0" sldId="272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2" creationId="{5E79271B-7E6F-4720-8CE1-15EB5C5D19AF}"/>
          </ac:spMkLst>
        </pc:spChg>
        <pc:spChg chg="mod ord">
          <ac:chgData name="Stefan Bildea" userId="14ee9846484ecb5c" providerId="LiveId" clId="{83BE690E-A8E1-4F39-93E0-6C6F611EAF9A}" dt="2021-10-19T15:52:20.222" v="92" actId="6549"/>
          <ac:spMkLst>
            <pc:docMk/>
            <pc:sldMk cId="0" sldId="272"/>
            <ac:spMk id="17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17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7:52.590" v="550" actId="1076"/>
        <pc:sldMkLst>
          <pc:docMk/>
          <pc:sldMk cId="0" sldId="273"/>
        </pc:sldMkLst>
        <pc:spChg chg="mod ord">
          <ac:chgData name="Stefan Bildea" userId="14ee9846484ecb5c" providerId="LiveId" clId="{83BE690E-A8E1-4F39-93E0-6C6F611EAF9A}" dt="2021-10-19T16:14:14.051" v="475" actId="20577"/>
          <ac:spMkLst>
            <pc:docMk/>
            <pc:sldMk cId="0" sldId="273"/>
            <ac:spMk id="17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3"/>
            <ac:spMk id="179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2" creationId="{00000000-0000-0000-0000-000000000000}"/>
          </ac:spMkLst>
        </pc:spChg>
        <pc:spChg chg="add del 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3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4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5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6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8" creationId="{00000000-0000-0000-0000-000000000000}"/>
          </ac:spMkLst>
        </pc:spChg>
        <pc:grpChg chg="add mod">
          <ac:chgData name="Stefan Bildea" userId="14ee9846484ecb5c" providerId="LiveId" clId="{83BE690E-A8E1-4F39-93E0-6C6F611EAF9A}" dt="2021-10-19T16:17:52.590" v="550" actId="1076"/>
          <ac:grpSpMkLst>
            <pc:docMk/>
            <pc:sldMk cId="0" sldId="273"/>
            <ac:grpSpMk id="2" creationId="{1724F41F-8D02-4A5E-AA96-7D10482CDD8C}"/>
          </ac:grpSpMkLst>
        </pc:grpChg>
        <pc:picChg chg="mod">
          <ac:chgData name="Stefan Bildea" userId="14ee9846484ecb5c" providerId="LiveId" clId="{83BE690E-A8E1-4F39-93E0-6C6F611EAF9A}" dt="2021-10-19T16:17:43.765" v="548" actId="164"/>
          <ac:picMkLst>
            <pc:docMk/>
            <pc:sldMk cId="0" sldId="273"/>
            <ac:picMk id="181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8:18.792" v="552" actId="20577"/>
        <pc:sldMkLst>
          <pc:docMk/>
          <pc:sldMk cId="0" sldId="274"/>
        </pc:sldMkLst>
        <pc:spChg chg="mod ord">
          <ac:chgData name="Stefan Bildea" userId="14ee9846484ecb5c" providerId="LiveId" clId="{83BE690E-A8E1-4F39-93E0-6C6F611EAF9A}" dt="2021-10-19T16:14:31.487" v="476"/>
          <ac:spMkLst>
            <pc:docMk/>
            <pc:sldMk cId="0" sldId="274"/>
            <ac:spMk id="19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8:18.792" v="552" actId="20577"/>
          <ac:spMkLst>
            <pc:docMk/>
            <pc:sldMk cId="0" sldId="274"/>
            <ac:spMk id="19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4:36.161" v="477"/>
        <pc:sldMkLst>
          <pc:docMk/>
          <pc:sldMk cId="0" sldId="275"/>
        </pc:sldMkLst>
        <pc:spChg chg="mod ord">
          <ac:chgData name="Stefan Bildea" userId="14ee9846484ecb5c" providerId="LiveId" clId="{83BE690E-A8E1-4F39-93E0-6C6F611EAF9A}" dt="2021-10-19T16:14:36.161" v="477"/>
          <ac:spMkLst>
            <pc:docMk/>
            <pc:sldMk cId="0" sldId="275"/>
            <ac:spMk id="209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5"/>
            <ac:spMk id="210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5:57:24.967" v="134" actId="1076"/>
          <ac:picMkLst>
            <pc:docMk/>
            <pc:sldMk cId="0" sldId="275"/>
            <ac:picMk id="212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6:48.211" v="512" actId="14100"/>
        <pc:sldMkLst>
          <pc:docMk/>
          <pc:sldMk cId="0" sldId="276"/>
        </pc:sldMkLst>
        <pc:spChg chg="mod ord">
          <ac:chgData name="Stefan Bildea" userId="14ee9846484ecb5c" providerId="LiveId" clId="{83BE690E-A8E1-4F39-93E0-6C6F611EAF9A}" dt="2021-10-19T16:14:44.584" v="480"/>
          <ac:spMkLst>
            <pc:docMk/>
            <pc:sldMk cId="0" sldId="276"/>
            <ac:spMk id="21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6:48.211" v="512" actId="14100"/>
          <ac:spMkLst>
            <pc:docMk/>
            <pc:sldMk cId="0" sldId="276"/>
            <ac:spMk id="219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4.389" v="483" actId="47"/>
        <pc:sldMkLst>
          <pc:docMk/>
          <pc:sldMk cId="0" sldId="277"/>
        </pc:sldMkLst>
        <pc:spChg chg="mod ord">
          <ac:chgData name="Stefan Bildea" userId="14ee9846484ecb5c" providerId="LiveId" clId="{83BE690E-A8E1-4F39-93E0-6C6F611EAF9A}" dt="2021-10-19T16:14:50.432" v="481"/>
          <ac:spMkLst>
            <pc:docMk/>
            <pc:sldMk cId="0" sldId="277"/>
            <ac:spMk id="22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7"/>
            <ac:spMk id="226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6.019" v="484" actId="47"/>
        <pc:sldMkLst>
          <pc:docMk/>
          <pc:sldMk cId="0" sldId="278"/>
        </pc:sldMkLst>
        <pc:spChg chg="mod ord">
          <ac:chgData name="Stefan Bildea" userId="14ee9846484ecb5c" providerId="LiveId" clId="{83BE690E-A8E1-4F39-93E0-6C6F611EAF9A}" dt="2021-10-19T16:14:57.830" v="482"/>
          <ac:spMkLst>
            <pc:docMk/>
            <pc:sldMk cId="0" sldId="278"/>
            <ac:spMk id="23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8"/>
            <ac:spMk id="233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8:05.324" v="143" actId="20577"/>
        <pc:sldMkLst>
          <pc:docMk/>
          <pc:sldMk cId="0" sldId="279"/>
        </pc:sldMkLst>
        <pc:spChg chg="add mod ord">
          <ac:chgData name="Stefan Bildea" userId="14ee9846484ecb5c" providerId="LiveId" clId="{83BE690E-A8E1-4F39-93E0-6C6F611EAF9A}" dt="2021-10-19T15:57:41.539" v="135" actId="700"/>
          <ac:spMkLst>
            <pc:docMk/>
            <pc:sldMk cId="0" sldId="279"/>
            <ac:spMk id="2" creationId="{584DA310-0EF6-439D-AA41-61F34B161C81}"/>
          </ac:spMkLst>
        </pc:spChg>
        <pc:spChg chg="mod ord">
          <ac:chgData name="Stefan Bildea" userId="14ee9846484ecb5c" providerId="LiveId" clId="{83BE690E-A8E1-4F39-93E0-6C6F611EAF9A}" dt="2021-10-19T15:58:05.324" v="143" actId="20577"/>
          <ac:spMkLst>
            <pc:docMk/>
            <pc:sldMk cId="0" sldId="279"/>
            <ac:spMk id="24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0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6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7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1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9:38.016" v="146" actId="732"/>
        <pc:sldMkLst>
          <pc:docMk/>
          <pc:sldMk cId="0" sldId="282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4" creationId="{00000000-0000-0000-0000-000000000000}"/>
          </ac:spMkLst>
        </pc:spChg>
        <pc:picChg chg="mod modCrop">
          <ac:chgData name="Stefan Bildea" userId="14ee9846484ecb5c" providerId="LiveId" clId="{83BE690E-A8E1-4F39-93E0-6C6F611EAF9A}" dt="2021-10-19T15:59:38.016" v="146" actId="732"/>
          <ac:picMkLst>
            <pc:docMk/>
            <pc:sldMk cId="0" sldId="282"/>
            <ac:picMk id="266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3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4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0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5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1:56.568" v="157" actId="20577"/>
        <pc:sldMkLst>
          <pc:docMk/>
          <pc:sldMk cId="0" sldId="286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6"/>
            <ac:spMk id="2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1:56.568" v="157" actId="20577"/>
          <ac:spMkLst>
            <pc:docMk/>
            <pc:sldMk cId="0" sldId="286"/>
            <ac:spMk id="2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2:30.568" v="164" actId="20577"/>
        <pc:sldMkLst>
          <pc:docMk/>
          <pc:sldMk cId="0" sldId="287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7"/>
            <ac:spMk id="3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2:30.568" v="164" actId="20577"/>
          <ac:spMkLst>
            <pc:docMk/>
            <pc:sldMk cId="0" sldId="287"/>
            <ac:spMk id="3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9:04.400" v="432" actId="20577"/>
        <pc:sldMkLst>
          <pc:docMk/>
          <pc:sldMk cId="0" sldId="288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8"/>
            <ac:spMk id="30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04.400" v="432" actId="20577"/>
          <ac:spMkLst>
            <pc:docMk/>
            <pc:sldMk cId="0" sldId="288"/>
            <ac:spMk id="309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02:53.783" v="166" actId="1076"/>
          <ac:picMkLst>
            <pc:docMk/>
            <pc:sldMk cId="0" sldId="288"/>
            <ac:picMk id="310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0:26.315" v="457" actId="20577"/>
        <pc:sldMkLst>
          <pc:docMk/>
          <pc:sldMk cId="0" sldId="289"/>
        </pc:sldMkLst>
        <pc:spChg chg="mod ord">
          <ac:chgData name="Stefan Bildea" userId="14ee9846484ecb5c" providerId="LiveId" clId="{83BE690E-A8E1-4F39-93E0-6C6F611EAF9A}" dt="2021-10-19T16:10:26.315" v="457" actId="20577"/>
          <ac:spMkLst>
            <pc:docMk/>
            <pc:sldMk cId="0" sldId="289"/>
            <ac:spMk id="3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26.476" v="435" actId="20577"/>
          <ac:spMkLst>
            <pc:docMk/>
            <pc:sldMk cId="0" sldId="289"/>
            <ac:spMk id="31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0:03.999" v="453" actId="1076"/>
          <ac:spMkLst>
            <pc:docMk/>
            <pc:sldMk cId="0" sldId="289"/>
            <ac:spMk id="318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10:03.999" v="453" actId="1076"/>
          <ac:picMkLst>
            <pc:docMk/>
            <pc:sldMk cId="0" sldId="289"/>
            <ac:picMk id="316" creationId="{00000000-0000-0000-0000-000000000000}"/>
          </ac:picMkLst>
        </pc:picChg>
      </pc:sldChg>
      <pc:sldChg chg="addSp modSp mod modClrScheme chgLayout">
        <pc:chgData name="Stefan Bildea" userId="14ee9846484ecb5c" providerId="LiveId" clId="{83BE690E-A8E1-4F39-93E0-6C6F611EAF9A}" dt="2021-10-19T16:10:37.108" v="458" actId="700"/>
        <pc:sldMkLst>
          <pc:docMk/>
          <pc:sldMk cId="0" sldId="290"/>
        </pc:sldMkLst>
        <pc:spChg chg="add 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2" creationId="{4C99618C-6A04-4239-B455-C2AE23F41B90}"/>
          </ac:spMkLst>
        </pc:spChg>
        <pc:spChg chg="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32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1:46.887" v="470" actId="108"/>
        <pc:sldMkLst>
          <pc:docMk/>
          <pc:sldMk cId="0" sldId="292"/>
        </pc:sldMkLst>
        <pc:spChg chg="mod ord">
          <ac:chgData name="Stefan Bildea" userId="14ee9846484ecb5c" providerId="LiveId" clId="{83BE690E-A8E1-4F39-93E0-6C6F611EAF9A}" dt="2021-10-19T16:11:00.411" v="459" actId="700"/>
          <ac:spMkLst>
            <pc:docMk/>
            <pc:sldMk cId="0" sldId="292"/>
            <ac:spMk id="33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1:46.887" v="470" actId="108"/>
          <ac:spMkLst>
            <pc:docMk/>
            <pc:sldMk cId="0" sldId="292"/>
            <ac:spMk id="334" creationId="{00000000-0000-0000-0000-000000000000}"/>
          </ac:spMkLst>
        </pc:spChg>
      </pc:sldChg>
      <pc:sldChg chg="addSp delSp modSp new del mod">
        <pc:chgData name="Stefan Bildea" userId="14ee9846484ecb5c" providerId="LiveId" clId="{83BE690E-A8E1-4F39-93E0-6C6F611EAF9A}" dt="2021-10-20T06:41:23.697" v="561" actId="47"/>
        <pc:sldMkLst>
          <pc:docMk/>
          <pc:sldMk cId="3865377911" sldId="293"/>
        </pc:sldMkLst>
        <pc:spChg chg="add del">
          <ac:chgData name="Stefan Bildea" userId="14ee9846484ecb5c" providerId="LiveId" clId="{83BE690E-A8E1-4F39-93E0-6C6F611EAF9A}" dt="2021-10-20T06:37:21.974" v="555" actId="22"/>
          <ac:spMkLst>
            <pc:docMk/>
            <pc:sldMk cId="3865377911" sldId="293"/>
            <ac:spMk id="5" creationId="{A4C2D493-EDE7-4E89-BC22-B5C10AF8000E}"/>
          </ac:spMkLst>
        </pc:spChg>
        <pc:picChg chg="add del mod modCrop">
          <ac:chgData name="Stefan Bildea" userId="14ee9846484ecb5c" providerId="LiveId" clId="{83BE690E-A8E1-4F39-93E0-6C6F611EAF9A}" dt="2021-10-20T06:41:18.330" v="560" actId="478"/>
          <ac:picMkLst>
            <pc:docMk/>
            <pc:sldMk cId="3865377911" sldId="293"/>
            <ac:picMk id="6" creationId="{5025B73A-7446-4A15-91AD-C4E8D3EB9BD9}"/>
          </ac:picMkLst>
        </pc:picChg>
      </pc:sldChg>
    </pc:docChg>
  </pc:docChgLst>
  <pc:docChgLst>
    <pc:chgData name="Stefan Bildea" userId="14ee9846484ecb5c" providerId="LiveId" clId="{19FDC352-C7B3-459B-8AF4-51EC65A8DE48}"/>
    <pc:docChg chg="modSld">
      <pc:chgData name="Stefan Bildea" userId="14ee9846484ecb5c" providerId="LiveId" clId="{19FDC352-C7B3-459B-8AF4-51EC65A8DE48}" dt="2024-10-06T11:13:48.770" v="11" actId="13926"/>
      <pc:docMkLst>
        <pc:docMk/>
      </pc:docMkLst>
      <pc:sldChg chg="modSp mod">
        <pc:chgData name="Stefan Bildea" userId="14ee9846484ecb5c" providerId="LiveId" clId="{19FDC352-C7B3-459B-8AF4-51EC65A8DE48}" dt="2024-10-06T11:11:54.527" v="1" actId="20577"/>
        <pc:sldMkLst>
          <pc:docMk/>
          <pc:sldMk cId="0" sldId="256"/>
        </pc:sldMkLst>
        <pc:spChg chg="mod">
          <ac:chgData name="Stefan Bildea" userId="14ee9846484ecb5c" providerId="LiveId" clId="{19FDC352-C7B3-459B-8AF4-51EC65A8DE48}" dt="2024-10-06T11:11:54.527" v="1" actId="20577"/>
          <ac:spMkLst>
            <pc:docMk/>
            <pc:sldMk cId="0" sldId="256"/>
            <ac:spMk id="63" creationId="{00000000-0000-0000-0000-000000000000}"/>
          </ac:spMkLst>
        </pc:spChg>
      </pc:sldChg>
      <pc:sldChg chg="modSp mod">
        <pc:chgData name="Stefan Bildea" userId="14ee9846484ecb5c" providerId="LiveId" clId="{19FDC352-C7B3-459B-8AF4-51EC65A8DE48}" dt="2024-10-06T11:13:48.770" v="11" actId="13926"/>
        <pc:sldMkLst>
          <pc:docMk/>
          <pc:sldMk cId="1980379935" sldId="308"/>
        </pc:sldMkLst>
        <pc:spChg chg="mod">
          <ac:chgData name="Stefan Bildea" userId="14ee9846484ecb5c" providerId="LiveId" clId="{19FDC352-C7B3-459B-8AF4-51EC65A8DE48}" dt="2024-10-06T11:13:48.770" v="11" actId="13926"/>
          <ac:spMkLst>
            <pc:docMk/>
            <pc:sldMk cId="1980379935" sldId="308"/>
            <ac:spMk id="3" creationId="{BE040A14-ABCB-6E15-1DC9-3CAD1FFDEFC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5568" y="3938020"/>
            <a:ext cx="1941394" cy="1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0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3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449" y="3500728"/>
            <a:ext cx="1371380" cy="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2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57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5FC70C-D76D-0AA4-8609-2830210202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7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6EAE-85CD-F3AD-2188-B26B17C1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Linii de procesare a datelor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EE54F-7F0E-43AA-0439-74FE4E157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În general paradigma învățării automate constă în manipularea datelor prin înlănțuirea unor pași</a:t>
            </a:r>
          </a:p>
          <a:p>
            <a:r>
              <a:rPr lang="ro-RO" dirty="0"/>
              <a:t>Pașii se pot împărți în:</a:t>
            </a:r>
          </a:p>
          <a:p>
            <a:pPr lvl="1"/>
            <a:r>
              <a:rPr lang="ro-RO" dirty="0"/>
              <a:t>Pași de transformare a datelor – setul de date de la intrare este prelucrat și la ieșire se obține un alt set de date</a:t>
            </a:r>
          </a:p>
          <a:p>
            <a:pPr lvl="2"/>
            <a:r>
              <a:rPr lang="ro-RO" dirty="0"/>
              <a:t>Exemple: filtrare, eliminare date lipsă, eliminare anomalii, imputare, codificarea datelor, standardizare, discretizare, ingineria atributelor</a:t>
            </a:r>
          </a:p>
          <a:p>
            <a:pPr lvl="2"/>
            <a:r>
              <a:rPr lang="ro-RO" dirty="0"/>
              <a:t>Acești pași sunt executați de transformatoare de date – module dedicate care execută pașii necesari</a:t>
            </a:r>
          </a:p>
          <a:p>
            <a:pPr lvl="1"/>
            <a:r>
              <a:rPr lang="ro-RO" dirty="0"/>
              <a:t>Pasul de antrenare/evaluare a unui model – setul de date de la intrare este folosit pentru a antrena un model de învățare automată, iar la ieșire avem un model care poate fi salvat și reutilizat pe date noi</a:t>
            </a:r>
          </a:p>
          <a:p>
            <a:pPr lvl="2"/>
            <a:r>
              <a:rPr lang="ro-RO" dirty="0"/>
              <a:t>Este un singur astfel de pas, ultimul de pe linia de procesare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6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6EAE-85CD-F3AD-2188-B26B17C1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Linii de procesare a datelor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EE54F-7F0E-43AA-0439-74FE4E157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Linii de asamblare: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Resurse Python: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E2A861-1222-389C-7231-87D6EF46D2B3}"/>
              </a:ext>
            </a:extLst>
          </p:cNvPr>
          <p:cNvSpPr/>
          <p:nvPr/>
        </p:nvSpPr>
        <p:spPr>
          <a:xfrm>
            <a:off x="841249" y="1967789"/>
            <a:ext cx="993688" cy="73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Date Initiale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BDD427-1110-BA57-8833-0A267C2F6CB2}"/>
              </a:ext>
            </a:extLst>
          </p:cNvPr>
          <p:cNvSpPr/>
          <p:nvPr/>
        </p:nvSpPr>
        <p:spPr>
          <a:xfrm>
            <a:off x="2144081" y="1965629"/>
            <a:ext cx="993688" cy="7315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050" dirty="0"/>
              <a:t>Transformator1</a:t>
            </a:r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8C1961-6C96-3738-F0DF-AC3D6353801A}"/>
              </a:ext>
            </a:extLst>
          </p:cNvPr>
          <p:cNvSpPr/>
          <p:nvPr/>
        </p:nvSpPr>
        <p:spPr>
          <a:xfrm>
            <a:off x="3214089" y="1965629"/>
            <a:ext cx="558514" cy="7315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dirty="0"/>
              <a:t>...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D2BD5A-BDD5-148B-B96C-AF3BDF1C4845}"/>
              </a:ext>
            </a:extLst>
          </p:cNvPr>
          <p:cNvSpPr/>
          <p:nvPr/>
        </p:nvSpPr>
        <p:spPr>
          <a:xfrm>
            <a:off x="3854974" y="1967446"/>
            <a:ext cx="993688" cy="7315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o-RO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Transformatorn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E062E3-EE01-6395-F33E-3ECED5BE0130}"/>
              </a:ext>
            </a:extLst>
          </p:cNvPr>
          <p:cNvSpPr/>
          <p:nvPr/>
        </p:nvSpPr>
        <p:spPr>
          <a:xfrm>
            <a:off x="5151755" y="1965629"/>
            <a:ext cx="1871788" cy="73152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Evaluator:antrenare model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304C34-C309-AEBB-8CFC-62485B729611}"/>
              </a:ext>
            </a:extLst>
          </p:cNvPr>
          <p:cNvSpPr/>
          <p:nvPr/>
        </p:nvSpPr>
        <p:spPr>
          <a:xfrm>
            <a:off x="7326637" y="1965629"/>
            <a:ext cx="993688" cy="7315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Salvare model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09EB5E-6E54-FAC8-9645-C6ED6D6B06C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34937" y="2331389"/>
            <a:ext cx="309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C732B1-4153-5BA4-3EA7-927FED71D69A}"/>
              </a:ext>
            </a:extLst>
          </p:cNvPr>
          <p:cNvCxnSpPr>
            <a:cxnSpLocks/>
          </p:cNvCxnSpPr>
          <p:nvPr/>
        </p:nvCxnSpPr>
        <p:spPr>
          <a:xfrm>
            <a:off x="3137769" y="2342002"/>
            <a:ext cx="309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7E5005-5875-4BF6-7993-6243B9CA8341}"/>
              </a:ext>
            </a:extLst>
          </p:cNvPr>
          <p:cNvCxnSpPr>
            <a:cxnSpLocks/>
          </p:cNvCxnSpPr>
          <p:nvPr/>
        </p:nvCxnSpPr>
        <p:spPr>
          <a:xfrm>
            <a:off x="3545830" y="2346478"/>
            <a:ext cx="309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550766-7B17-7A82-BA3D-E9B952DC1C8E}"/>
              </a:ext>
            </a:extLst>
          </p:cNvPr>
          <p:cNvCxnSpPr>
            <a:cxnSpLocks/>
          </p:cNvCxnSpPr>
          <p:nvPr/>
        </p:nvCxnSpPr>
        <p:spPr>
          <a:xfrm>
            <a:off x="4848662" y="2338680"/>
            <a:ext cx="309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E921DD-C9EE-A509-ECD2-AD337001DDC4}"/>
              </a:ext>
            </a:extLst>
          </p:cNvPr>
          <p:cNvCxnSpPr>
            <a:cxnSpLocks/>
          </p:cNvCxnSpPr>
          <p:nvPr/>
        </p:nvCxnSpPr>
        <p:spPr>
          <a:xfrm>
            <a:off x="7017493" y="2347633"/>
            <a:ext cx="309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45A91971-19A1-D2F3-C936-E60F0636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74" y="2804820"/>
            <a:ext cx="5224298" cy="198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894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De ce pipeline: validare încrucișată fără scurgeri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În validarea încrucișată, datele se împart de mai multe ori (folduri)</a:t>
            </a:r>
          </a:p>
          <a:p>
            <a:pPr/>
            <a:r>
              <a:rPr sz="2000"/>
              <a:t>Dacă scalați sau codificați înainte de validare, fiecare fold „vede” statistici din datele lui de test</a:t>
            </a:r>
          </a:p>
          <a:p>
            <a:pPr/>
            <a:r>
              <a:rPr sz="2000"/>
              <a:t>Un Pipeline leagă transformările și modelul într-un singur obiect: make_pipeline(pregatire, model)</a:t>
            </a:r>
          </a:p>
          <a:p>
            <a:pPr/>
            <a:r>
              <a:rPr sz="2000"/>
              <a:t>cross_val_score reînvață transformările din nou pe fiecare fold, doar pe partea de antrenament</a:t>
            </a:r>
          </a:p>
          <a:p>
            <a:pPr/>
            <a:r>
              <a:rPr sz="2000"/>
              <a:t>Același obiect se salvează și se folosește pe date noi, cu aceiași pași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162</Words>
  <Application>Microsoft Office PowerPoint</Application>
  <PresentationFormat>On-screen Show (16:9)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Arial</vt:lpstr>
      <vt:lpstr>Calibri Light</vt:lpstr>
      <vt:lpstr>office theme</vt:lpstr>
      <vt:lpstr>Linii de procesare a datelor</vt:lpstr>
      <vt:lpstr>Linii de procesare a datelor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4</dc:title>
  <dc:creator>Stefan Bildea</dc:creator>
  <cp:lastModifiedBy>Stefan Bildea</cp:lastModifiedBy>
  <cp:revision>17</cp:revision>
  <cp:lastPrinted>2024-10-06T11:12:11Z</cp:lastPrinted>
  <dcterms:modified xsi:type="dcterms:W3CDTF">2026-10-24T17:36:02Z</dcterms:modified>
</cp:coreProperties>
</file>