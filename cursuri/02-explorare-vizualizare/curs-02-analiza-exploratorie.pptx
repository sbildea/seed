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61" r:id="rId4"/>
    <p:sldId id="259" r:id="rId5"/>
    <p:sldId id="260" r:id="rId6"/>
    <p:sldId id="294" r:id="rId7"/>
    <p:sldId id="322" r:id="rId8"/>
    <p:sldId id="300" r:id="rId9"/>
    <p:sldId id="301" r:id="rId10"/>
    <p:sldId id="296" r:id="rId11"/>
    <p:sldId id="293" r:id="rId12"/>
    <p:sldId id="295" r:id="rId13"/>
    <p:sldId id="297" r:id="rId14"/>
    <p:sldId id="323" r:id="rId15"/>
    <p:sldId id="307" r:id="rId16"/>
    <p:sldId id="302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765D9A-5B29-4FE0-BD4B-011D1141B641}">
  <a:tblStyle styleId="{19765D9A-5B29-4FE0-BD4B-011D1141B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>
        <p:scale>
          <a:sx n="90" d="100"/>
          <a:sy n="90" d="100"/>
        </p:scale>
        <p:origin x="608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83BE690E-A8E1-4F39-93E0-6C6F611EAF9A}"/>
    <pc:docChg chg="undo custSel addSld delSld modSld">
      <pc:chgData name="Stefan Bildea" userId="14ee9846484ecb5c" providerId="LiveId" clId="{83BE690E-A8E1-4F39-93E0-6C6F611EAF9A}" dt="2021-10-20T06:41:23.697" v="561" actId="47"/>
      <pc:docMkLst>
        <pc:docMk/>
      </pc:docMkLst>
      <pc:sldChg chg="modSp mod modClrScheme chgLayout">
        <pc:chgData name="Stefan Bildea" userId="14ee9846484ecb5c" providerId="LiveId" clId="{83BE690E-A8E1-4F39-93E0-6C6F611EAF9A}" dt="2021-10-19T15:46:42.525" v="52" actId="20577"/>
        <pc:sldMkLst>
          <pc:docMk/>
          <pc:sldMk cId="0" sldId="256"/>
        </pc:sldMkLst>
        <pc:spChg chg="mod ord">
          <ac:chgData name="Stefan Bildea" userId="14ee9846484ecb5c" providerId="LiveId" clId="{83BE690E-A8E1-4F39-93E0-6C6F611EAF9A}" dt="2021-10-19T15:46:42.525" v="52" actId="20577"/>
          <ac:spMkLst>
            <pc:docMk/>
            <pc:sldMk cId="0" sldId="256"/>
            <ac:spMk id="6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5:52.405" v="2" actId="6549"/>
          <ac:spMkLst>
            <pc:docMk/>
            <pc:sldMk cId="0" sldId="256"/>
            <ac:spMk id="63" creationId="{00000000-0000-0000-0000-000000000000}"/>
          </ac:spMkLst>
        </pc:spChg>
      </pc:sldChg>
      <pc:sldChg chg="addSp delSp modSp del mod modClrScheme chgLayout">
        <pc:chgData name="Stefan Bildea" userId="14ee9846484ecb5c" providerId="LiveId" clId="{83BE690E-A8E1-4F39-93E0-6C6F611EAF9A}" dt="2021-10-19T16:13:13.958" v="471" actId="47"/>
        <pc:sldMkLst>
          <pc:docMk/>
          <pc:sldMk cId="0" sldId="257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7"/>
            <ac:spMk id="2" creationId="{DF82A4BA-82EC-4592-BA03-BCD947D16460}"/>
          </ac:spMkLst>
        </pc:spChg>
        <pc:spChg chg="add mod ord">
          <ac:chgData name="Stefan Bildea" userId="14ee9846484ecb5c" providerId="LiveId" clId="{83BE690E-A8E1-4F39-93E0-6C6F611EAF9A}" dt="2021-10-19T15:48:10.146" v="58" actId="14100"/>
          <ac:spMkLst>
            <pc:docMk/>
            <pc:sldMk cId="0" sldId="257"/>
            <ac:spMk id="3" creationId="{F3761CD9-DA74-464F-A062-ACD3836BD319}"/>
          </ac:spMkLst>
        </pc:spChg>
        <pc:spChg chg="mod ord">
          <ac:chgData name="Stefan Bildea" userId="14ee9846484ecb5c" providerId="LiveId" clId="{83BE690E-A8E1-4F39-93E0-6C6F611EAF9A}" dt="2021-10-19T15:47:53.527" v="55" actId="700"/>
          <ac:spMkLst>
            <pc:docMk/>
            <pc:sldMk cId="0" sldId="257"/>
            <ac:spMk id="6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8:05.354" v="56" actId="21"/>
          <ac:spMkLst>
            <pc:docMk/>
            <pc:sldMk cId="0" sldId="257"/>
            <ac:spMk id="69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3:23.787" v="473" actId="20577"/>
        <pc:sldMkLst>
          <pc:docMk/>
          <pc:sldMk cId="0" sldId="258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8"/>
            <ac:spMk id="2" creationId="{D973AC29-06DF-483D-A289-E6C35B92981B}"/>
          </ac:spMkLst>
        </pc:spChg>
        <pc:spChg chg="add del mod ord">
          <ac:chgData name="Stefan Bildea" userId="14ee9846484ecb5c" providerId="LiveId" clId="{83BE690E-A8E1-4F39-93E0-6C6F611EAF9A}" dt="2021-10-19T15:48:49.389" v="61" actId="700"/>
          <ac:spMkLst>
            <pc:docMk/>
            <pc:sldMk cId="0" sldId="258"/>
            <ac:spMk id="3" creationId="{954B0647-B943-4235-87D7-F80BB22F370D}"/>
          </ac:spMkLst>
        </pc:spChg>
        <pc:spChg chg="add del mod ord">
          <ac:chgData name="Stefan Bildea" userId="14ee9846484ecb5c" providerId="LiveId" clId="{83BE690E-A8E1-4F39-93E0-6C6F611EAF9A}" dt="2021-10-19T15:49:37.892" v="80" actId="478"/>
          <ac:spMkLst>
            <pc:docMk/>
            <pc:sldMk cId="0" sldId="258"/>
            <ac:spMk id="4" creationId="{01B5DAF2-46D7-4514-B54B-DA36F1329908}"/>
          </ac:spMkLst>
        </pc:spChg>
        <pc:spChg chg="mod ord">
          <ac:chgData name="Stefan Bildea" userId="14ee9846484ecb5c" providerId="LiveId" clId="{83BE690E-A8E1-4F39-93E0-6C6F611EAF9A}" dt="2021-10-19T16:13:18.125" v="472" actId="20577"/>
          <ac:spMkLst>
            <pc:docMk/>
            <pc:sldMk cId="0" sldId="258"/>
            <ac:spMk id="7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3:23.787" v="473" actId="20577"/>
          <ac:spMkLst>
            <pc:docMk/>
            <pc:sldMk cId="0" sldId="258"/>
            <ac:spMk id="76" creationId="{00000000-0000-0000-0000-000000000000}"/>
          </ac:spMkLst>
        </pc:spChg>
        <pc:spChg chg="add del mod ord">
          <ac:chgData name="Stefan Bildea" userId="14ee9846484ecb5c" providerId="LiveId" clId="{83BE690E-A8E1-4F39-93E0-6C6F611EAF9A}" dt="2021-10-19T15:49:01.380" v="62" actId="700"/>
          <ac:spMkLst>
            <pc:docMk/>
            <pc:sldMk cId="0" sldId="258"/>
            <ac:spMk id="77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49:50.268" v="82" actId="700"/>
        <pc:sldMkLst>
          <pc:docMk/>
          <pc:sldMk cId="0" sldId="259"/>
        </pc:sldMkLst>
        <pc:spChg chg="add 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2" creationId="{5300290A-F9C8-4CE1-B584-57806B169BC0}"/>
          </ac:spMkLst>
        </pc:spChg>
        <pc:spChg chg="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8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09.124" v="83" actId="700"/>
        <pc:sldMkLst>
          <pc:docMk/>
          <pc:sldMk cId="0" sldId="260"/>
        </pc:sldMkLst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33.948" v="84" actId="700"/>
        <pc:sldMkLst>
          <pc:docMk/>
          <pc:sldMk cId="0" sldId="261"/>
        </pc:sldMkLst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47.396" v="85" actId="700"/>
        <pc:sldMkLst>
          <pc:docMk/>
          <pc:sldMk cId="0" sldId="262"/>
        </pc:sldMkLst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1:21.774" v="87" actId="14100"/>
        <pc:sldMkLst>
          <pc:docMk/>
          <pc:sldMk cId="0" sldId="263"/>
        </pc:sldMkLst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3"/>
            <ac:spMk id="10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21.774" v="87" actId="14100"/>
          <ac:spMkLst>
            <pc:docMk/>
            <pc:sldMk cId="0" sldId="263"/>
            <ac:spMk id="108" creationId="{00000000-0000-0000-0000-000000000000}"/>
          </ac:spMkLst>
        </pc:spChg>
      </pc:sldChg>
      <pc:sldChg chg="modSp mod setBg modClrScheme chgLayout">
        <pc:chgData name="Stefan Bildea" userId="14ee9846484ecb5c" providerId="LiveId" clId="{83BE690E-A8E1-4F39-93E0-6C6F611EAF9A}" dt="2021-10-19T15:55:37.930" v="133" actId="1076"/>
        <pc:sldMkLst>
          <pc:docMk/>
          <pc:sldMk cId="0" sldId="264"/>
        </pc:sldMkLst>
        <pc:spChg chg="mod ord">
          <ac:chgData name="Stefan Bildea" userId="14ee9846484ecb5c" providerId="LiveId" clId="{83BE690E-A8E1-4F39-93E0-6C6F611EAF9A}" dt="2021-10-19T15:55:37.930" v="133" actId="1076"/>
          <ac:spMkLst>
            <pc:docMk/>
            <pc:sldMk cId="0" sldId="264"/>
            <ac:spMk id="1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2:56.774" v="123" actId="14100"/>
          <ac:spMkLst>
            <pc:docMk/>
            <pc:sldMk cId="0" sldId="264"/>
            <ac:spMk id="116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5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2" creationId="{1761E871-26BD-4E91-AD1E-0057C3251A72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6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2" creationId="{75444D6C-4672-437E-B59B-971AD595005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7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2" creationId="{63DEF153-2183-4FA8-943A-562F513D954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13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8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2" creationId="{4A3E9FDE-E414-45CC-84A5-487152EFAA3E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2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3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9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2" creationId="{22647864-D19F-4FE3-9EDB-A2C46C369308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0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1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70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2" creationId="{07D1FCEA-7DC9-4B0B-AE4F-442CEF2DA58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2:16.267" v="91" actId="6549"/>
        <pc:sldMkLst>
          <pc:docMk/>
          <pc:sldMk cId="0" sldId="271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1"/>
            <ac:spMk id="2" creationId="{82914EB1-FA4F-4107-9F39-5E7280AB7F83}"/>
          </ac:spMkLst>
        </pc:spChg>
        <pc:spChg chg="mod ord">
          <ac:chgData name="Stefan Bildea" userId="14ee9846484ecb5c" providerId="LiveId" clId="{83BE690E-A8E1-4F39-93E0-6C6F611EAF9A}" dt="2021-10-19T15:52:16.267" v="91" actId="6549"/>
          <ac:spMkLst>
            <pc:docMk/>
            <pc:sldMk cId="0" sldId="271"/>
            <ac:spMk id="16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2:20.222" v="92" actId="6549"/>
        <pc:sldMkLst>
          <pc:docMk/>
          <pc:sldMk cId="0" sldId="272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2" creationId="{5E79271B-7E6F-4720-8CE1-15EB5C5D19AF}"/>
          </ac:spMkLst>
        </pc:spChg>
        <pc:spChg chg="mod ord">
          <ac:chgData name="Stefan Bildea" userId="14ee9846484ecb5c" providerId="LiveId" clId="{83BE690E-A8E1-4F39-93E0-6C6F611EAF9A}" dt="2021-10-19T15:52:20.222" v="92" actId="6549"/>
          <ac:spMkLst>
            <pc:docMk/>
            <pc:sldMk cId="0" sldId="272"/>
            <ac:spMk id="17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17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7:52.590" v="550" actId="1076"/>
        <pc:sldMkLst>
          <pc:docMk/>
          <pc:sldMk cId="0" sldId="273"/>
        </pc:sldMkLst>
        <pc:spChg chg="mod ord">
          <ac:chgData name="Stefan Bildea" userId="14ee9846484ecb5c" providerId="LiveId" clId="{83BE690E-A8E1-4F39-93E0-6C6F611EAF9A}" dt="2021-10-19T16:14:14.051" v="475" actId="20577"/>
          <ac:spMkLst>
            <pc:docMk/>
            <pc:sldMk cId="0" sldId="273"/>
            <ac:spMk id="17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3"/>
            <ac:spMk id="179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2" creationId="{00000000-0000-0000-0000-000000000000}"/>
          </ac:spMkLst>
        </pc:spChg>
        <pc:spChg chg="add del 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3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4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5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6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8" creationId="{00000000-0000-0000-0000-000000000000}"/>
          </ac:spMkLst>
        </pc:spChg>
        <pc:grpChg chg="add mod">
          <ac:chgData name="Stefan Bildea" userId="14ee9846484ecb5c" providerId="LiveId" clId="{83BE690E-A8E1-4F39-93E0-6C6F611EAF9A}" dt="2021-10-19T16:17:52.590" v="550" actId="1076"/>
          <ac:grpSpMkLst>
            <pc:docMk/>
            <pc:sldMk cId="0" sldId="273"/>
            <ac:grpSpMk id="2" creationId="{1724F41F-8D02-4A5E-AA96-7D10482CDD8C}"/>
          </ac:grpSpMkLst>
        </pc:grpChg>
        <pc:picChg chg="mod">
          <ac:chgData name="Stefan Bildea" userId="14ee9846484ecb5c" providerId="LiveId" clId="{83BE690E-A8E1-4F39-93E0-6C6F611EAF9A}" dt="2021-10-19T16:17:43.765" v="548" actId="164"/>
          <ac:picMkLst>
            <pc:docMk/>
            <pc:sldMk cId="0" sldId="273"/>
            <ac:picMk id="181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8:18.792" v="552" actId="20577"/>
        <pc:sldMkLst>
          <pc:docMk/>
          <pc:sldMk cId="0" sldId="274"/>
        </pc:sldMkLst>
        <pc:spChg chg="mod ord">
          <ac:chgData name="Stefan Bildea" userId="14ee9846484ecb5c" providerId="LiveId" clId="{83BE690E-A8E1-4F39-93E0-6C6F611EAF9A}" dt="2021-10-19T16:14:31.487" v="476"/>
          <ac:spMkLst>
            <pc:docMk/>
            <pc:sldMk cId="0" sldId="274"/>
            <ac:spMk id="19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8:18.792" v="552" actId="20577"/>
          <ac:spMkLst>
            <pc:docMk/>
            <pc:sldMk cId="0" sldId="274"/>
            <ac:spMk id="19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4:36.161" v="477"/>
        <pc:sldMkLst>
          <pc:docMk/>
          <pc:sldMk cId="0" sldId="275"/>
        </pc:sldMkLst>
        <pc:spChg chg="mod ord">
          <ac:chgData name="Stefan Bildea" userId="14ee9846484ecb5c" providerId="LiveId" clId="{83BE690E-A8E1-4F39-93E0-6C6F611EAF9A}" dt="2021-10-19T16:14:36.161" v="477"/>
          <ac:spMkLst>
            <pc:docMk/>
            <pc:sldMk cId="0" sldId="275"/>
            <ac:spMk id="209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5"/>
            <ac:spMk id="210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5:57:24.967" v="134" actId="1076"/>
          <ac:picMkLst>
            <pc:docMk/>
            <pc:sldMk cId="0" sldId="275"/>
            <ac:picMk id="212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6:48.211" v="512" actId="14100"/>
        <pc:sldMkLst>
          <pc:docMk/>
          <pc:sldMk cId="0" sldId="276"/>
        </pc:sldMkLst>
        <pc:spChg chg="mod ord">
          <ac:chgData name="Stefan Bildea" userId="14ee9846484ecb5c" providerId="LiveId" clId="{83BE690E-A8E1-4F39-93E0-6C6F611EAF9A}" dt="2021-10-19T16:14:44.584" v="480"/>
          <ac:spMkLst>
            <pc:docMk/>
            <pc:sldMk cId="0" sldId="276"/>
            <ac:spMk id="21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6:48.211" v="512" actId="14100"/>
          <ac:spMkLst>
            <pc:docMk/>
            <pc:sldMk cId="0" sldId="276"/>
            <ac:spMk id="219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4.389" v="483" actId="47"/>
        <pc:sldMkLst>
          <pc:docMk/>
          <pc:sldMk cId="0" sldId="277"/>
        </pc:sldMkLst>
        <pc:spChg chg="mod ord">
          <ac:chgData name="Stefan Bildea" userId="14ee9846484ecb5c" providerId="LiveId" clId="{83BE690E-A8E1-4F39-93E0-6C6F611EAF9A}" dt="2021-10-19T16:14:50.432" v="481"/>
          <ac:spMkLst>
            <pc:docMk/>
            <pc:sldMk cId="0" sldId="277"/>
            <ac:spMk id="22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7"/>
            <ac:spMk id="226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6.019" v="484" actId="47"/>
        <pc:sldMkLst>
          <pc:docMk/>
          <pc:sldMk cId="0" sldId="278"/>
        </pc:sldMkLst>
        <pc:spChg chg="mod ord">
          <ac:chgData name="Stefan Bildea" userId="14ee9846484ecb5c" providerId="LiveId" clId="{83BE690E-A8E1-4F39-93E0-6C6F611EAF9A}" dt="2021-10-19T16:14:57.830" v="482"/>
          <ac:spMkLst>
            <pc:docMk/>
            <pc:sldMk cId="0" sldId="278"/>
            <ac:spMk id="23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8"/>
            <ac:spMk id="233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8:05.324" v="143" actId="20577"/>
        <pc:sldMkLst>
          <pc:docMk/>
          <pc:sldMk cId="0" sldId="279"/>
        </pc:sldMkLst>
        <pc:spChg chg="add mod ord">
          <ac:chgData name="Stefan Bildea" userId="14ee9846484ecb5c" providerId="LiveId" clId="{83BE690E-A8E1-4F39-93E0-6C6F611EAF9A}" dt="2021-10-19T15:57:41.539" v="135" actId="700"/>
          <ac:spMkLst>
            <pc:docMk/>
            <pc:sldMk cId="0" sldId="279"/>
            <ac:spMk id="2" creationId="{584DA310-0EF6-439D-AA41-61F34B161C81}"/>
          </ac:spMkLst>
        </pc:spChg>
        <pc:spChg chg="mod ord">
          <ac:chgData name="Stefan Bildea" userId="14ee9846484ecb5c" providerId="LiveId" clId="{83BE690E-A8E1-4F39-93E0-6C6F611EAF9A}" dt="2021-10-19T15:58:05.324" v="143" actId="20577"/>
          <ac:spMkLst>
            <pc:docMk/>
            <pc:sldMk cId="0" sldId="279"/>
            <ac:spMk id="24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0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6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7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1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9:38.016" v="146" actId="732"/>
        <pc:sldMkLst>
          <pc:docMk/>
          <pc:sldMk cId="0" sldId="282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4" creationId="{00000000-0000-0000-0000-000000000000}"/>
          </ac:spMkLst>
        </pc:spChg>
        <pc:picChg chg="mod modCrop">
          <ac:chgData name="Stefan Bildea" userId="14ee9846484ecb5c" providerId="LiveId" clId="{83BE690E-A8E1-4F39-93E0-6C6F611EAF9A}" dt="2021-10-19T15:59:38.016" v="146" actId="732"/>
          <ac:picMkLst>
            <pc:docMk/>
            <pc:sldMk cId="0" sldId="282"/>
            <ac:picMk id="266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3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4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0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5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1:56.568" v="157" actId="20577"/>
        <pc:sldMkLst>
          <pc:docMk/>
          <pc:sldMk cId="0" sldId="286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6"/>
            <ac:spMk id="2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1:56.568" v="157" actId="20577"/>
          <ac:spMkLst>
            <pc:docMk/>
            <pc:sldMk cId="0" sldId="286"/>
            <ac:spMk id="2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2:30.568" v="164" actId="20577"/>
        <pc:sldMkLst>
          <pc:docMk/>
          <pc:sldMk cId="0" sldId="287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7"/>
            <ac:spMk id="3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2:30.568" v="164" actId="20577"/>
          <ac:spMkLst>
            <pc:docMk/>
            <pc:sldMk cId="0" sldId="287"/>
            <ac:spMk id="3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9:04.400" v="432" actId="20577"/>
        <pc:sldMkLst>
          <pc:docMk/>
          <pc:sldMk cId="0" sldId="288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8"/>
            <ac:spMk id="30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04.400" v="432" actId="20577"/>
          <ac:spMkLst>
            <pc:docMk/>
            <pc:sldMk cId="0" sldId="288"/>
            <ac:spMk id="309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02:53.783" v="166" actId="1076"/>
          <ac:picMkLst>
            <pc:docMk/>
            <pc:sldMk cId="0" sldId="288"/>
            <ac:picMk id="310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0:26.315" v="457" actId="20577"/>
        <pc:sldMkLst>
          <pc:docMk/>
          <pc:sldMk cId="0" sldId="289"/>
        </pc:sldMkLst>
        <pc:spChg chg="mod ord">
          <ac:chgData name="Stefan Bildea" userId="14ee9846484ecb5c" providerId="LiveId" clId="{83BE690E-A8E1-4F39-93E0-6C6F611EAF9A}" dt="2021-10-19T16:10:26.315" v="457" actId="20577"/>
          <ac:spMkLst>
            <pc:docMk/>
            <pc:sldMk cId="0" sldId="289"/>
            <ac:spMk id="3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26.476" v="435" actId="20577"/>
          <ac:spMkLst>
            <pc:docMk/>
            <pc:sldMk cId="0" sldId="289"/>
            <ac:spMk id="31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0:03.999" v="453" actId="1076"/>
          <ac:spMkLst>
            <pc:docMk/>
            <pc:sldMk cId="0" sldId="289"/>
            <ac:spMk id="318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10:03.999" v="453" actId="1076"/>
          <ac:picMkLst>
            <pc:docMk/>
            <pc:sldMk cId="0" sldId="289"/>
            <ac:picMk id="316" creationId="{00000000-0000-0000-0000-000000000000}"/>
          </ac:picMkLst>
        </pc:picChg>
      </pc:sldChg>
      <pc:sldChg chg="addSp modSp mod modClrScheme chgLayout">
        <pc:chgData name="Stefan Bildea" userId="14ee9846484ecb5c" providerId="LiveId" clId="{83BE690E-A8E1-4F39-93E0-6C6F611EAF9A}" dt="2021-10-19T16:10:37.108" v="458" actId="700"/>
        <pc:sldMkLst>
          <pc:docMk/>
          <pc:sldMk cId="0" sldId="290"/>
        </pc:sldMkLst>
        <pc:spChg chg="add 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2" creationId="{4C99618C-6A04-4239-B455-C2AE23F41B90}"/>
          </ac:spMkLst>
        </pc:spChg>
        <pc:spChg chg="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32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1:46.887" v="470" actId="108"/>
        <pc:sldMkLst>
          <pc:docMk/>
          <pc:sldMk cId="0" sldId="292"/>
        </pc:sldMkLst>
        <pc:spChg chg="mod ord">
          <ac:chgData name="Stefan Bildea" userId="14ee9846484ecb5c" providerId="LiveId" clId="{83BE690E-A8E1-4F39-93E0-6C6F611EAF9A}" dt="2021-10-19T16:11:00.411" v="459" actId="700"/>
          <ac:spMkLst>
            <pc:docMk/>
            <pc:sldMk cId="0" sldId="292"/>
            <ac:spMk id="33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1:46.887" v="470" actId="108"/>
          <ac:spMkLst>
            <pc:docMk/>
            <pc:sldMk cId="0" sldId="292"/>
            <ac:spMk id="334" creationId="{00000000-0000-0000-0000-000000000000}"/>
          </ac:spMkLst>
        </pc:spChg>
      </pc:sldChg>
      <pc:sldChg chg="addSp delSp modSp new del mod">
        <pc:chgData name="Stefan Bildea" userId="14ee9846484ecb5c" providerId="LiveId" clId="{83BE690E-A8E1-4F39-93E0-6C6F611EAF9A}" dt="2021-10-20T06:41:23.697" v="561" actId="47"/>
        <pc:sldMkLst>
          <pc:docMk/>
          <pc:sldMk cId="3865377911" sldId="293"/>
        </pc:sldMkLst>
        <pc:spChg chg="add del">
          <ac:chgData name="Stefan Bildea" userId="14ee9846484ecb5c" providerId="LiveId" clId="{83BE690E-A8E1-4F39-93E0-6C6F611EAF9A}" dt="2021-10-20T06:37:21.974" v="555" actId="22"/>
          <ac:spMkLst>
            <pc:docMk/>
            <pc:sldMk cId="3865377911" sldId="293"/>
            <ac:spMk id="5" creationId="{A4C2D493-EDE7-4E89-BC22-B5C10AF8000E}"/>
          </ac:spMkLst>
        </pc:spChg>
        <pc:picChg chg="add del mod modCrop">
          <ac:chgData name="Stefan Bildea" userId="14ee9846484ecb5c" providerId="LiveId" clId="{83BE690E-A8E1-4F39-93E0-6C6F611EAF9A}" dt="2021-10-20T06:41:18.330" v="560" actId="478"/>
          <ac:picMkLst>
            <pc:docMk/>
            <pc:sldMk cId="3865377911" sldId="293"/>
            <ac:picMk id="6" creationId="{5025B73A-7446-4A15-91AD-C4E8D3EB9BD9}"/>
          </ac:picMkLst>
        </pc:picChg>
      </pc:sldChg>
    </pc:docChg>
  </pc:docChgLst>
  <pc:docChgLst>
    <pc:chgData name="Stefan Bildea" userId="14ee9846484ecb5c" providerId="LiveId" clId="{19FDC352-C7B3-459B-8AF4-51EC65A8DE48}"/>
    <pc:docChg chg="modSld">
      <pc:chgData name="Stefan Bildea" userId="14ee9846484ecb5c" providerId="LiveId" clId="{19FDC352-C7B3-459B-8AF4-51EC65A8DE48}" dt="2024-10-06T11:13:48.770" v="11" actId="13926"/>
      <pc:docMkLst>
        <pc:docMk/>
      </pc:docMkLst>
      <pc:sldChg chg="modSp mod">
        <pc:chgData name="Stefan Bildea" userId="14ee9846484ecb5c" providerId="LiveId" clId="{19FDC352-C7B3-459B-8AF4-51EC65A8DE48}" dt="2024-10-06T11:11:54.527" v="1" actId="20577"/>
        <pc:sldMkLst>
          <pc:docMk/>
          <pc:sldMk cId="0" sldId="256"/>
        </pc:sldMkLst>
        <pc:spChg chg="mod">
          <ac:chgData name="Stefan Bildea" userId="14ee9846484ecb5c" providerId="LiveId" clId="{19FDC352-C7B3-459B-8AF4-51EC65A8DE48}" dt="2024-10-06T11:11:54.527" v="1" actId="20577"/>
          <ac:spMkLst>
            <pc:docMk/>
            <pc:sldMk cId="0" sldId="256"/>
            <ac:spMk id="63" creationId="{00000000-0000-0000-0000-000000000000}"/>
          </ac:spMkLst>
        </pc:spChg>
      </pc:sldChg>
      <pc:sldChg chg="modSp mod">
        <pc:chgData name="Stefan Bildea" userId="14ee9846484ecb5c" providerId="LiveId" clId="{19FDC352-C7B3-459B-8AF4-51EC65A8DE48}" dt="2024-10-06T11:13:48.770" v="11" actId="13926"/>
        <pc:sldMkLst>
          <pc:docMk/>
          <pc:sldMk cId="1980379935" sldId="308"/>
        </pc:sldMkLst>
        <pc:spChg chg="mod">
          <ac:chgData name="Stefan Bildea" userId="14ee9846484ecb5c" providerId="LiveId" clId="{19FDC352-C7B3-459B-8AF4-51EC65A8DE48}" dt="2024-10-06T11:13:48.770" v="11" actId="13926"/>
          <ac:spMkLst>
            <pc:docMk/>
            <pc:sldMk cId="1980379935" sldId="308"/>
            <ac:spMk id="3" creationId="{BE040A14-ABCB-6E15-1DC9-3CAD1FFDEF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6dc14212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6dc14212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70ff11a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70ff11a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6dc14212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6dc14212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17d3f64f0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17d3f64f0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5568" y="3938020"/>
            <a:ext cx="1941394" cy="1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0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3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449" y="3500728"/>
            <a:ext cx="1371380" cy="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2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5FC70C-D76D-0AA4-8609-2830210202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7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cedric_villani_what_s_so_sexy_about_math?language=e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ohn_Tuke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772633" y="841772"/>
            <a:ext cx="7228367" cy="17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SEED1 - Curs </a:t>
            </a:r>
            <a:r>
              <a:rPr lang="ro-RO" dirty="0"/>
              <a:t>2</a:t>
            </a:r>
            <a:br>
              <a:rPr lang="en" dirty="0"/>
            </a:br>
            <a:r>
              <a:rPr lang="en" dirty="0"/>
              <a:t>Analiz</a:t>
            </a:r>
            <a:r>
              <a:rPr lang="ro-RO" dirty="0"/>
              <a:t>a exploratorie a datelor</a:t>
            </a:r>
            <a:r>
              <a:rPr lang="en" dirty="0"/>
              <a:t> </a:t>
            </a:r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Instructor: Conf. Dr.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Teodor-Ștefan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Bîldea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SIIPA,</a:t>
            </a:r>
            <a:r>
              <a:rPr lang="ro-RO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 I,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Semestrul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Agendă</a:t>
            </a:r>
            <a:endParaRPr dirty="0"/>
          </a:p>
        </p:txBody>
      </p:sp>
      <p:sp>
        <p:nvSpPr>
          <p:cNvPr id="76" name="Google Shape;76;p15"/>
          <p:cNvSpPr txBox="1">
            <a:spLocks noGrp="1"/>
          </p:cNvSpPr>
          <p:nvPr>
            <p:ph sz="half" idx="2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ro-RO" dirty="0">
                <a:solidFill>
                  <a:schemeClr val="tx1"/>
                </a:solidFill>
              </a:rPr>
              <a:t>A</a:t>
            </a:r>
            <a:r>
              <a:rPr lang="en-US" dirty="0" err="1">
                <a:solidFill>
                  <a:schemeClr val="tx1"/>
                </a:solidFill>
              </a:rPr>
              <a:t>naliza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exploratorie</a:t>
            </a:r>
            <a:r>
              <a:rPr lang="en-US" dirty="0">
                <a:solidFill>
                  <a:schemeClr val="tx1"/>
                </a:solidFill>
              </a:rPr>
              <a:t> (EDA)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Picture 2" descr="A close-up of a toy&#10;&#10;Description automatically generated">
            <a:extLst>
              <a:ext uri="{FF2B5EF4-FFF2-40B4-BE49-F238E27FC236}">
                <a16:creationId xmlns:a16="http://schemas.microsoft.com/office/drawing/2014/main" id="{E0237AF2-D019-C566-D0A9-D46DCC6F2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186" y="200854"/>
            <a:ext cx="2622813" cy="4317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&lt;- Matematic</a:t>
            </a:r>
            <a:r>
              <a:rPr lang="ro-RO" dirty="0"/>
              <a:t>ă</a:t>
            </a:r>
            <a:r>
              <a:rPr lang="en" dirty="0"/>
              <a:t> </a:t>
            </a:r>
            <a:endParaRPr dirty="0"/>
          </a:p>
        </p:txBody>
      </p:sp>
      <p:sp>
        <p:nvSpPr>
          <p:cNvPr id="96" name="Google Shape;96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Laureat al medaliei Fields in 2010- Cedric Villani - despre matematica (min. 7-10)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Analiza Exploratorie (EDA)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300290A-F9C8-4CE1-B584-57806B169B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Analiza cantitativă și </a:t>
            </a:r>
            <a:br>
              <a:rPr lang="ro-RO" dirty="0"/>
            </a:br>
            <a:r>
              <a:rPr lang="ro-RO" dirty="0"/>
              <a:t>Preprocesare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 - EDA: </a:t>
            </a:r>
            <a:r>
              <a:rPr lang="en" i="1" dirty="0">
                <a:hlinkClick r:id="rId3"/>
              </a:rPr>
              <a:t>John Tukey </a:t>
            </a:r>
            <a:r>
              <a:rPr lang="en" i="1" dirty="0"/>
              <a:t>- 1977</a:t>
            </a:r>
            <a:endParaRPr i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l="1312" t="16001"/>
          <a:stretch/>
        </p:blipFill>
        <p:spPr>
          <a:xfrm>
            <a:off x="368075" y="1868650"/>
            <a:ext cx="4910525" cy="247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830500" y="2000775"/>
            <a:ext cx="7816066" cy="1557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“abilitatea de a prelua datele - de a le </a:t>
            </a:r>
            <a:r>
              <a:rPr lang="ro-RO" dirty="0"/>
              <a:t>î</a:t>
            </a:r>
            <a:r>
              <a:rPr lang="en" dirty="0"/>
              <a:t>n</a:t>
            </a:r>
            <a:r>
              <a:rPr lang="ro-RO" dirty="0"/>
              <a:t>ț</a:t>
            </a:r>
            <a:r>
              <a:rPr lang="en" dirty="0"/>
              <a:t>elege, procesa, extrage valoare din ele, de a le vizualiza, de a comunica informa</a:t>
            </a:r>
            <a:r>
              <a:rPr lang="ro-RO" dirty="0"/>
              <a:t>ț</a:t>
            </a:r>
            <a:r>
              <a:rPr lang="en" dirty="0"/>
              <a:t>ia - acestea toate o s</a:t>
            </a:r>
            <a:r>
              <a:rPr lang="ro-RO" dirty="0"/>
              <a:t>ă</a:t>
            </a:r>
            <a:r>
              <a:rPr lang="en" dirty="0"/>
              <a:t> fie un bagaj de cuno</a:t>
            </a:r>
            <a:r>
              <a:rPr lang="ro-RO" dirty="0"/>
              <a:t>ș</a:t>
            </a:r>
            <a:r>
              <a:rPr lang="en" dirty="0"/>
              <a:t>tin</a:t>
            </a:r>
            <a:r>
              <a:rPr lang="ro-RO" dirty="0"/>
              <a:t>ț</a:t>
            </a:r>
            <a:r>
              <a:rPr lang="en" dirty="0"/>
              <a:t>e extrem de important </a:t>
            </a:r>
            <a:r>
              <a:rPr lang="ro-RO" dirty="0"/>
              <a:t>î</a:t>
            </a:r>
            <a:r>
              <a:rPr lang="en" dirty="0"/>
              <a:t>n urm</a:t>
            </a:r>
            <a:r>
              <a:rPr lang="ro-RO" dirty="0"/>
              <a:t>ă</a:t>
            </a:r>
            <a:r>
              <a:rPr lang="en" dirty="0"/>
              <a:t>toarele decade, [...] deoarece acum avem peste tot date in mod gratuit. Deci partea complementar</a:t>
            </a:r>
            <a:r>
              <a:rPr lang="ro-RO" dirty="0"/>
              <a:t>ă</a:t>
            </a:r>
            <a:r>
              <a:rPr lang="en" dirty="0"/>
              <a:t> mai pu</a:t>
            </a:r>
            <a:r>
              <a:rPr lang="ro-RO" dirty="0"/>
              <a:t>ț</a:t>
            </a:r>
            <a:r>
              <a:rPr lang="en" dirty="0"/>
              <a:t>in frecvent</a:t>
            </a:r>
            <a:r>
              <a:rPr lang="ro-RO" dirty="0"/>
              <a:t>ă</a:t>
            </a:r>
            <a:r>
              <a:rPr lang="en" dirty="0"/>
              <a:t> dec</a:t>
            </a:r>
            <a:r>
              <a:rPr lang="ro-RO" dirty="0"/>
              <a:t>â</a:t>
            </a:r>
            <a:r>
              <a:rPr lang="en" dirty="0"/>
              <a:t>t datele este abilitatea de a le </a:t>
            </a:r>
            <a:r>
              <a:rPr lang="ro-RO" dirty="0"/>
              <a:t>î</a:t>
            </a:r>
            <a:r>
              <a:rPr lang="en" dirty="0"/>
              <a:t>n</a:t>
            </a:r>
            <a:r>
              <a:rPr lang="ro-RO" dirty="0"/>
              <a:t>ț</a:t>
            </a:r>
            <a:r>
              <a:rPr lang="en" dirty="0"/>
              <a:t>elege </a:t>
            </a:r>
            <a:r>
              <a:rPr lang="ro-RO" dirty="0"/>
              <a:t>ș</a:t>
            </a:r>
            <a:r>
              <a:rPr lang="en" dirty="0"/>
              <a:t>i a extrage valoare din ele.”</a:t>
            </a:r>
            <a:endParaRPr dirty="0"/>
          </a:p>
        </p:txBody>
      </p:sp>
      <p:sp>
        <p:nvSpPr>
          <p:cNvPr id="91" name="TextBox 90"/>
          <p:cNvSpPr txBox="1"/>
          <p:nvPr/>
        </p:nvSpPr>
        <p:spPr>
          <a:xfrm>
            <a:off x="628650" y="4560000"/>
            <a:ext cx="78867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/>
              <a:t>Referință: Tukey, J. W. (1977). Exploratory Data Analysis. Addison-Wesley, Reading, 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19CC-074C-50DD-5DBB-4DAD576DF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Analiza </a:t>
            </a:r>
            <a:r>
              <a:rPr lang="en-US" dirty="0" err="1"/>
              <a:t>cantitativ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DB475-FE4F-7F9B-3B14-C642ABF6A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4514850" cy="3263504"/>
          </a:xfrm>
        </p:spPr>
        <p:txBody>
          <a:bodyPr>
            <a:normAutofit fontScale="85000" lnSpcReduction="20000"/>
          </a:bodyPr>
          <a:lstStyle/>
          <a:p>
            <a:r>
              <a:rPr lang="ro-RO" dirty="0"/>
              <a:t>În general, datele trebuie preprocesate pentru a le putea folosi</a:t>
            </a:r>
          </a:p>
          <a:p>
            <a:r>
              <a:rPr lang="ro-RO" dirty="0"/>
              <a:t>Pași de preprocesare:</a:t>
            </a:r>
          </a:p>
          <a:p>
            <a:pPr lvl="1"/>
            <a:r>
              <a:rPr lang="ro-RO" dirty="0"/>
              <a:t>Determinarea gradului de umplere a coloanelor</a:t>
            </a:r>
          </a:p>
          <a:p>
            <a:pPr lvl="2"/>
            <a:r>
              <a:rPr lang="ro-RO" dirty="0"/>
              <a:t>Calculul procentului de valori lipsă</a:t>
            </a:r>
          </a:p>
          <a:p>
            <a:pPr lvl="1"/>
            <a:r>
              <a:rPr lang="ro-RO" dirty="0"/>
              <a:t>Determinarea liniilor cu date lipsă</a:t>
            </a:r>
          </a:p>
          <a:p>
            <a:pPr lvl="2"/>
            <a:r>
              <a:rPr lang="ro-RO" dirty="0"/>
              <a:t>Numărul liniilor care au valori lipsă </a:t>
            </a:r>
          </a:p>
          <a:p>
            <a:r>
              <a:rPr lang="ro-RO" dirty="0"/>
              <a:t>Decizii de luat (modelele nu acceptă date cu valori lipsă!): </a:t>
            </a:r>
          </a:p>
          <a:p>
            <a:pPr lvl="1"/>
            <a:r>
              <a:rPr lang="ro-RO" dirty="0"/>
              <a:t>Imputarea de valori de pe linii și/sau coloane </a:t>
            </a:r>
          </a:p>
          <a:p>
            <a:pPr lvl="1"/>
            <a:r>
              <a:rPr lang="ro-RO" dirty="0"/>
              <a:t>Eliminarea coloanelor cu prea multe valori lipsă</a:t>
            </a:r>
          </a:p>
          <a:p>
            <a:pPr lvl="1"/>
            <a:r>
              <a:rPr lang="ro-RO" dirty="0"/>
              <a:t>Eliminarea înregistrărilor care au câmpuri lipsă</a:t>
            </a:r>
          </a:p>
          <a:p>
            <a:pPr lvl="1"/>
            <a:r>
              <a:rPr lang="ro-RO" dirty="0"/>
              <a:t>Eliminarea coloanelor aproape constante (constant + date lipsă, sau constant 95%)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64904-A175-0FA3-FCFE-96D07A72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91" y="1369219"/>
            <a:ext cx="3988005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0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711B-0010-7280-4A67-BD9D9E8C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Exemple de coloane inutile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D164D-13CA-C731-B316-674E59D64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În practică nu prea avem ce face cu coloane care au o gaură de peste un numit prag procentual – de exemplu 20%</a:t>
            </a:r>
          </a:p>
          <a:p>
            <a:pPr lvl="1"/>
            <a:r>
              <a:rPr lang="ro-RO" dirty="0"/>
              <a:t>Putem încerca imputarea valorilor nule sau creearea unei valori speciale pentru datele speciale, dar depinde de la caz la caz în funcție de cât de informativă e coloana</a:t>
            </a:r>
          </a:p>
          <a:p>
            <a:r>
              <a:rPr lang="ro-RO" dirty="0"/>
              <a:t>Dacă avem date suficiente, eliminarea înregistrărilor cu date lipsă este cea mai sigură opțiune</a:t>
            </a:r>
          </a:p>
          <a:p>
            <a:pPr lvl="1"/>
            <a:r>
              <a:rPr lang="ro-RO" dirty="0"/>
              <a:t>Alternativa cu păstrarea și fie creare de valori dedicate, fie imputare din înregistrări similare ar trebui testată – în definitiv, ceea ce contează este ca odată pus în producție modelul să genereze valoare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911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77B3-89E7-A939-EE31-278D93E6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37151"/>
            <a:ext cx="7882128" cy="807685"/>
          </a:xfrm>
        </p:spPr>
        <p:txBody>
          <a:bodyPr anchor="ctr">
            <a:normAutofit/>
          </a:bodyPr>
          <a:lstStyle/>
          <a:p>
            <a:r>
              <a:rPr lang="ro-RO" sz="3000"/>
              <a:t>Imputarea datelor</a:t>
            </a:r>
            <a:endParaRPr lang="en-US" sz="3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E7EAC7-937E-66D6-7395-E98B6E79B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572718"/>
              </p:ext>
            </p:extLst>
          </p:nvPr>
        </p:nvGraphicFramePr>
        <p:xfrm>
          <a:off x="705613" y="1044836"/>
          <a:ext cx="7882127" cy="360332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3705198">
                  <a:extLst>
                    <a:ext uri="{9D8B030D-6E8A-4147-A177-3AD203B41FA5}">
                      <a16:colId xmlns:a16="http://schemas.microsoft.com/office/drawing/2014/main" val="3300420097"/>
                    </a:ext>
                  </a:extLst>
                </a:gridCol>
                <a:gridCol w="4176929">
                  <a:extLst>
                    <a:ext uri="{9D8B030D-6E8A-4147-A177-3AD203B41FA5}">
                      <a16:colId xmlns:a16="http://schemas.microsoft.com/office/drawing/2014/main" val="308974593"/>
                    </a:ext>
                  </a:extLst>
                </a:gridCol>
              </a:tblGrid>
              <a:tr h="374749">
                <a:tc>
                  <a:txBody>
                    <a:bodyPr/>
                    <a:lstStyle/>
                    <a:p>
                      <a:pPr fontAlgn="b"/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Metoda</a:t>
                      </a:r>
                    </a:p>
                  </a:txBody>
                  <a:tcPr marL="55033" marR="25903" marT="15724" marB="117928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effectLst/>
                        </a:rPr>
                        <a:t>Descriere</a:t>
                      </a:r>
                      <a:endParaRPr lang="en-US" sz="1400" b="1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033" marR="25903" marT="15724" marB="11792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340300"/>
                  </a:ext>
                </a:extLst>
              </a:tr>
              <a:tr h="636812">
                <a:tc>
                  <a:txBody>
                    <a:bodyPr/>
                    <a:lstStyle/>
                    <a:p>
                      <a:pPr fontAlgn="base"/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Imputare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cu 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valoarea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medie</a:t>
                      </a:r>
                      <a:endParaRPr lang="en-US" sz="16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033" marR="25903" marT="15724" marB="117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Înlocuirea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valorilor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lipsă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cu media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sau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media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ponderată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caracteristicii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Poate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simplifica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datele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dar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poate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 introduce </a:t>
                      </a:r>
                      <a:r>
                        <a:rPr lang="en-US" sz="1200" cap="none" spc="0" err="1">
                          <a:solidFill>
                            <a:schemeClr val="tx1"/>
                          </a:solidFill>
                          <a:effectLst/>
                        </a:rPr>
                        <a:t>distorsiuni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55033" marR="25903" marT="15724" marB="1179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255287"/>
                  </a:ext>
                </a:extLst>
              </a:tr>
              <a:tr h="479574">
                <a:tc>
                  <a:txBody>
                    <a:bodyPr/>
                    <a:lstStyle/>
                    <a:p>
                      <a:pPr fontAlgn="base"/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Imputare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cu 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valoarea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medianei</a:t>
                      </a:r>
                      <a:endParaRPr lang="en-US" sz="16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033" marR="25903" marT="15724" marB="117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Înlocuirea valorilor lipsă cu mediana caracteristicii. Este mai robustă față de valori extreme (outliers).</a:t>
                      </a:r>
                    </a:p>
                  </a:txBody>
                  <a:tcPr marL="55033" marR="25903" marT="15724" marB="1179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724562"/>
                  </a:ext>
                </a:extLst>
              </a:tr>
              <a:tr h="636812">
                <a:tc>
                  <a:txBody>
                    <a:bodyPr/>
                    <a:lstStyle/>
                    <a:p>
                      <a:pPr fontAlgn="base"/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Imputare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cu 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valoarea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modală</a:t>
                      </a:r>
                      <a:endParaRPr lang="en-US" sz="16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033" marR="25903" marT="15724" marB="117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Înlocuirea valorilor lipsă cu valoarea modală, cea mai frecventă valoare din caracteristică, utilizată pentru date categorice sau nominale.</a:t>
                      </a:r>
                    </a:p>
                  </a:txBody>
                  <a:tcPr marL="55033" marR="25903" marT="15724" marB="1179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279745"/>
                  </a:ext>
                </a:extLst>
              </a:tr>
              <a:tr h="636812">
                <a:tc>
                  <a:txBody>
                    <a:bodyPr/>
                    <a:lstStyle/>
                    <a:p>
                      <a:pPr fontAlgn="base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Imputare cu regresie</a:t>
                      </a:r>
                    </a:p>
                  </a:txBody>
                  <a:tcPr marL="55033" marR="25903" marT="15724" marB="117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Construirea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unui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model de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regresie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pentru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prezice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valorile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lipsă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pe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baza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altor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caracteristici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cunoscute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Oferă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estimări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mai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precise,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dar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necesită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mai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mult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efort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de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analiză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55033" marR="25903" marT="15724" marB="1179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1716"/>
                  </a:ext>
                </a:extLst>
              </a:tr>
              <a:tr h="636812">
                <a:tc>
                  <a:txBody>
                    <a:bodyPr/>
                    <a:lstStyle/>
                    <a:p>
                      <a:pPr fontAlgn="base"/>
                      <a:r>
                        <a:rPr lang="it-IT" sz="1600" cap="none" spc="0" dirty="0">
                          <a:solidFill>
                            <a:schemeClr val="tx1"/>
                          </a:solidFill>
                          <a:effectLst/>
                        </a:rPr>
                        <a:t>Imputare cu vecini asemănători (K-NN)</a:t>
                      </a:r>
                    </a:p>
                  </a:txBody>
                  <a:tcPr marL="55033" marR="25903" marT="15724" marB="117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Identificarea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celor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mai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apropiați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K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vecini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și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înlocuirea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valorilor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lipsă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cu o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medie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ponderată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valorilor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acestor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vecini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Utilă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pentru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date cu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structuri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complexe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sau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multe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caracteristici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55033" marR="25903" marT="15724" marB="1179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31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29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77B3-89E7-A939-EE31-278D93E6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0983"/>
            <a:ext cx="7882128" cy="807685"/>
          </a:xfrm>
        </p:spPr>
        <p:txBody>
          <a:bodyPr anchor="ctr">
            <a:normAutofit/>
          </a:bodyPr>
          <a:lstStyle/>
          <a:p>
            <a:r>
              <a:rPr lang="ro-RO" sz="3000"/>
              <a:t>Imputarea datelor</a:t>
            </a:r>
            <a:endParaRPr lang="en-US" sz="3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83280A-5858-CBC6-714E-83E2D939F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Resurse Python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79DE37-95B3-9207-D764-7FA461B6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35" y="1701213"/>
            <a:ext cx="7134077" cy="21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85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8D21-B99E-9458-1A26-77E9C35C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Discretizarea valorilor numerice/continue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9923DA-5092-FAA3-470B-F7752E724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430706"/>
              </p:ext>
            </p:extLst>
          </p:nvPr>
        </p:nvGraphicFramePr>
        <p:xfrm>
          <a:off x="628649" y="1168857"/>
          <a:ext cx="8361731" cy="2966720"/>
        </p:xfrm>
        <a:graphic>
          <a:graphicData uri="http://schemas.openxmlformats.org/drawingml/2006/table">
            <a:tbl>
              <a:tblPr firstRow="1" bandRow="1">
                <a:tableStyleId>{19765D9A-5B29-4FE0-BD4B-011D1141B641}</a:tableStyleId>
              </a:tblPr>
              <a:tblGrid>
                <a:gridCol w="2889962">
                  <a:extLst>
                    <a:ext uri="{9D8B030D-6E8A-4147-A177-3AD203B41FA5}">
                      <a16:colId xmlns:a16="http://schemas.microsoft.com/office/drawing/2014/main" val="1282603990"/>
                    </a:ext>
                  </a:extLst>
                </a:gridCol>
                <a:gridCol w="5471769">
                  <a:extLst>
                    <a:ext uri="{9D8B030D-6E8A-4147-A177-3AD203B41FA5}">
                      <a16:colId xmlns:a16="http://schemas.microsoft.com/office/drawing/2014/main" val="1083382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b"/>
                      <a:r>
                        <a:rPr lang="ro-RO" b="1" dirty="0">
                          <a:effectLst/>
                        </a:rPr>
                        <a:t>Beneficiu potențial</a:t>
                      </a:r>
                      <a:endParaRPr lang="en-US" b="1" dirty="0">
                        <a:effectLst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b="1">
                          <a:effectLst/>
                        </a:rPr>
                        <a:t>Explicație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995582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Simplificarea complexității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Discretizarea face datele continue mai ușor de înțeles și gestionat.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545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dirty="0" err="1">
                          <a:effectLst/>
                        </a:rPr>
                        <a:t>Facilitarea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analizei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statistice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it-IT">
                          <a:effectLst/>
                        </a:rPr>
                        <a:t>Multe tehnici statistice funcționează mai bine cu date discrete.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41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Reducerea dimensiunii datelor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Discretizarea reduce necesitatea de a stoca și procesa multe valori.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775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dirty="0" err="1">
                          <a:effectLst/>
                        </a:rPr>
                        <a:t>Compatibilitate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 err="1">
                          <a:effectLst/>
                        </a:rPr>
                        <a:t>Anumi</a:t>
                      </a:r>
                      <a:r>
                        <a:rPr lang="ro-RO" dirty="0">
                          <a:effectLst/>
                        </a:rPr>
                        <a:t>ți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algoritmi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necesită</a:t>
                      </a:r>
                      <a:r>
                        <a:rPr lang="en-US" dirty="0">
                          <a:effectLst/>
                        </a:rPr>
                        <a:t> date discrete </a:t>
                      </a:r>
                      <a:r>
                        <a:rPr lang="en-US" dirty="0" err="1">
                          <a:effectLst/>
                        </a:rPr>
                        <a:t>pentru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funcționare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04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dirty="0" err="1">
                          <a:effectLst/>
                        </a:rPr>
                        <a:t>Interpretare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Categoriile sau intervalele sunt mai ușor de interpretat.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717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dirty="0" err="1">
                          <a:effectLst/>
                        </a:rPr>
                        <a:t>Evaluarea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tendințelor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 err="1">
                          <a:effectLst/>
                        </a:rPr>
                        <a:t>Discretizarea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poate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scoate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în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evidență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ro-RO" dirty="0">
                          <a:effectLst/>
                        </a:rPr>
                        <a:t>tipare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dificil</a:t>
                      </a:r>
                      <a:r>
                        <a:rPr lang="en-US" dirty="0">
                          <a:effectLst/>
                        </a:rPr>
                        <a:t> de </a:t>
                      </a:r>
                      <a:r>
                        <a:rPr lang="en-US" dirty="0" err="1">
                          <a:effectLst/>
                        </a:rPr>
                        <a:t>observat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876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Reducerea sensibilității la zgomot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it-IT" dirty="0">
                          <a:effectLst/>
                        </a:rPr>
                        <a:t>Datele discrete pot fi mai stabile în fața variabilității.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40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50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0228-22FB-7729-DBBD-44E21CE4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Discretizarea variabilelor numerice/continue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E0B3-EBA4-DE2F-7665-782FBE4D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Discretizare directă – stabilirea unor praguri după o euristică dictată de business sau de experiență</a:t>
            </a:r>
          </a:p>
          <a:p>
            <a:pPr lvl="1"/>
            <a:r>
              <a:rPr lang="ro-RO" dirty="0"/>
              <a:t>Exemplu: grupe de vârstă, de interes economic; grupe de vechime în muncă; grupe de salarizare; grupe de venit etc.</a:t>
            </a:r>
          </a:p>
          <a:p>
            <a:r>
              <a:rPr lang="ro-RO" dirty="0"/>
              <a:t>Întrebări care trebuie adresate:</a:t>
            </a:r>
          </a:p>
          <a:p>
            <a:pPr lvl="1"/>
            <a:r>
              <a:rPr lang="ro-RO" dirty="0"/>
              <a:t>Cum ar trebui să stabilim intervalele pentru grupe? (grupe uniforme? Intervale stabilite prin lege sau prin reguli de business?)</a:t>
            </a:r>
          </a:p>
          <a:p>
            <a:pPr lvl="1"/>
            <a:r>
              <a:rPr lang="ro-RO" dirty="0"/>
              <a:t>Câte grupe sunt optime?</a:t>
            </a:r>
          </a:p>
          <a:p>
            <a:pPr lvl="1"/>
            <a:endParaRPr lang="ro-RO" dirty="0"/>
          </a:p>
          <a:p>
            <a:r>
              <a:rPr lang="ro-RO" dirty="0"/>
              <a:t>În absența oricărei constrângeri, cum ați face?</a:t>
            </a:r>
          </a:p>
        </p:txBody>
      </p:sp>
    </p:spTree>
    <p:extLst>
      <p:ext uri="{BB962C8B-B14F-4D97-AF65-F5344CB8AC3E}">
        <p14:creationId xmlns:p14="http://schemas.microsoft.com/office/powerpoint/2010/main" val="4083812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0228-22FB-7729-DBBD-44E21CE4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Discretizarea variabilelor numerice/continue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E0B3-EBA4-DE2F-7665-782FBE4DB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5307330" cy="3263504"/>
          </a:xfrm>
        </p:spPr>
        <p:txBody>
          <a:bodyPr/>
          <a:lstStyle/>
          <a:p>
            <a:r>
              <a:rPr lang="ro-RO" dirty="0"/>
              <a:t>Discretizare cu coloană de referință</a:t>
            </a:r>
          </a:p>
          <a:p>
            <a:pPr lvl="1"/>
            <a:r>
              <a:rPr lang="ro-RO" dirty="0"/>
              <a:t>Problema: Gruparea salariaților după vârstă în 3 grupuri egale din punct de vedere al costurilor salariale: fiecare interval să reprezinte ~33% din costurile cu salariul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0CBF4-1EA3-B4C3-6751-570DD5607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835" y="1465580"/>
            <a:ext cx="1720850" cy="2959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532DBC-7153-6199-18E9-CA91299D1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215" y="3675380"/>
            <a:ext cx="296545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53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0228-22FB-7729-DBBD-44E21CE4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Discretizare cu coloană de referință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E0B3-EBA4-DE2F-7665-782FBE4DB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425190" cy="3263504"/>
          </a:xfrm>
        </p:spPr>
        <p:txBody>
          <a:bodyPr/>
          <a:lstStyle/>
          <a:p>
            <a:r>
              <a:rPr lang="ro-RO" dirty="0"/>
              <a:t>Sortăm datele după coloana din care se formeaza grupele, crescător</a:t>
            </a:r>
          </a:p>
          <a:p>
            <a:r>
              <a:rPr lang="ro-RO" dirty="0"/>
              <a:t>Calculăm suma cumulativă procentuală cumulată a salariilor</a:t>
            </a:r>
          </a:p>
          <a:p>
            <a:r>
              <a:rPr lang="ro-RO" dirty="0"/>
              <a:t>Extragem limitele de vârstă aproximativ la percentilele 33, 67. </a:t>
            </a:r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733F1-B520-777A-AAD7-9A153C116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1417277"/>
            <a:ext cx="4959668" cy="2553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8916A1-EEAF-25CE-EDD2-3FD2682ED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40" y="4032684"/>
            <a:ext cx="376555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68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Discretizare cu coloană de referință în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500000"/>
          </a:xfrm>
        </p:spPr>
        <p:txBody>
          <a:bodyPr/>
          <a:lstStyle/>
          <a:p>
            <a:r>
              <a:rPr sz="1800"/>
              <a:t>Sumă cumulată pe valori distincte, apoi tăiere în 3 părți egale cu pd.cut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1900000"/>
            <a:ext cx="7886700" cy="18500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020"/>
                </a:solidFill>
                <a:latin typeface="Consolas"/>
              </a:rPr>
              <a:t># salariile fiecărei vârste distincte, apoi procentul cumulat</a:t>
            </a:r>
          </a:p>
          <a:p>
            <a:r>
              <a:rPr sz="1300">
                <a:solidFill>
                  <a:srgbClr val="202020"/>
                </a:solidFill>
                <a:latin typeface="Consolas"/>
              </a:rPr>
              <a:t>sal = df.groupby('Vârstă')['Salariu'].sum()</a:t>
            </a:r>
          </a:p>
          <a:p>
            <a:r>
              <a:rPr sz="1300">
                <a:solidFill>
                  <a:srgbClr val="202020"/>
                </a:solidFill>
                <a:latin typeface="Consolas"/>
              </a:rPr>
              <a:t>cum = sal.cumsum() / sal.sum()</a:t>
            </a:r>
          </a:p>
          <a:p>
            <a:endParaRPr sz="1300">
              <a:solidFill>
                <a:srgbClr val="202020"/>
              </a:solidFill>
              <a:latin typeface="Consolas"/>
            </a:endParaRPr>
          </a:p>
          <a:p>
            <a:r>
              <a:rPr sz="1300">
                <a:solidFill>
                  <a:srgbClr val="202020"/>
                </a:solidFill>
                <a:latin typeface="Consolas"/>
              </a:rPr>
              <a:t># procentul cumulat al vârstei fiecărui salariat, tăiat în 3 cu pd.cut</a:t>
            </a:r>
          </a:p>
          <a:p>
            <a:r>
              <a:rPr sz="1300">
                <a:solidFill>
                  <a:srgbClr val="202020"/>
                </a:solidFill>
                <a:latin typeface="Consolas"/>
              </a:rPr>
              <a:t>df['Grupa'] = pd.cut(df['Vârstă'].map(cum),</a:t>
            </a:r>
          </a:p>
          <a:p>
            <a:r>
              <a:rPr sz="1300">
                <a:solidFill>
                  <a:srgbClr val="202020"/>
                </a:solidFill>
                <a:latin typeface="Consolas"/>
              </a:rPr>
              <a:t>                     bins = [0, 1/3, 2/3, 1],</a:t>
            </a:r>
          </a:p>
          <a:p>
            <a:r>
              <a:rPr sz="1300">
                <a:solidFill>
                  <a:srgbClr val="202020"/>
                </a:solidFill>
                <a:latin typeface="Consolas"/>
              </a:rPr>
              <a:t>                     labels = ['Grupa 1', 'Grupa 2', 'Grupa 3'])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3850000"/>
            <a:ext cx="78867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Salariații cu aceeași vârstă rămân mereu în aceeași grupă (nu se despart după ordinea rândurilor).</a:t>
            </a:r>
          </a:p>
          <a:p>
            <a:r>
              <a:rPr sz="1200"/>
              <a:t>O vârstă al cărei procent cumulat depășește pragul trece în grupa următoare (57 ani: 71% &gt; 67% → Grupa 3).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CC1A-823B-F644-300D-4CC0E45F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Ingineria atributelor (Feature engineering)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0A14-ABCB-6E15-1DC9-3CAD1FFDE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938480" cy="1803565"/>
          </a:xfrm>
        </p:spPr>
        <p:txBody>
          <a:bodyPr>
            <a:normAutofit fontScale="92500" lnSpcReduction="10000"/>
          </a:bodyPr>
          <a:lstStyle/>
          <a:p>
            <a:r>
              <a:rPr lang="ro-RO" dirty="0"/>
              <a:t>Constă în adăugarea de atribute derivate din datele existente</a:t>
            </a:r>
          </a:p>
          <a:p>
            <a:pPr lvl="1"/>
            <a:r>
              <a:rPr lang="ro-RO" dirty="0"/>
              <a:t>Atributele obținute prin discretizare</a:t>
            </a:r>
          </a:p>
          <a:p>
            <a:pPr lvl="1"/>
            <a:r>
              <a:rPr lang="ro-RO" dirty="0"/>
              <a:t>Atribute agregate obținute la nivel de grupări detectate (exemplu: volum vânzări clienți mici,medii mari)</a:t>
            </a:r>
          </a:p>
          <a:p>
            <a:pPr lvl="1"/>
            <a:r>
              <a:rPr lang="ro-RO" dirty="0"/>
              <a:t>Atribute obținute prin calcul direct, stabilind astfel legături complexe între atribute </a:t>
            </a:r>
          </a:p>
          <a:p>
            <a:pPr lvl="2"/>
            <a:r>
              <a:rPr lang="ro-RO" dirty="0"/>
              <a:t>Țin în general de natura problemei și depinde doar de creativitatea echipei pentru a inventa atribute care să aducă valoare</a:t>
            </a:r>
          </a:p>
          <a:p>
            <a:pPr lvl="3"/>
            <a:endParaRPr lang="ro-R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468E3-6F99-2092-32AE-0676DC179A26}"/>
              </a:ext>
            </a:extLst>
          </p:cNvPr>
          <p:cNvSpPr txBox="1"/>
          <p:nvPr/>
        </p:nvSpPr>
        <p:spPr>
          <a:xfrm>
            <a:off x="659717" y="3337202"/>
            <a:ext cx="419151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ro-RO" sz="1100" dirty="0">
                <a:solidFill>
                  <a:schemeClr val="accent1">
                    <a:lumMod val="75000"/>
                  </a:schemeClr>
                </a:solidFill>
              </a:rPr>
              <a:t>Exemplu - indexul de profit al unui produs în grupa din care face parte:</a:t>
            </a:r>
          </a:p>
          <a:p>
            <a:pPr marL="171450" lvl="4" indent="-171450">
              <a:buFont typeface="Arial" panose="020B0604020202020204" pitchFamily="34" charset="0"/>
              <a:buChar char="•"/>
            </a:pPr>
            <a:r>
              <a:rPr lang="ro-RO" sz="1100" dirty="0">
                <a:solidFill>
                  <a:schemeClr val="accent1">
                    <a:lumMod val="75000"/>
                  </a:schemeClr>
                </a:solidFill>
              </a:rPr>
              <a:t>se împarte profitul (mediu al) produsului la media de profit a produselor grupei</a:t>
            </a:r>
          </a:p>
          <a:p>
            <a:pPr marL="171450" lvl="4" indent="-171450">
              <a:buFont typeface="Arial" panose="020B0604020202020204" pitchFamily="34" charset="0"/>
              <a:buChar char="•"/>
            </a:pPr>
            <a:r>
              <a:rPr lang="ro-RO" sz="1100" dirty="0">
                <a:solidFill>
                  <a:schemeClr val="accent1">
                    <a:lumMod val="75000"/>
                  </a:schemeClr>
                </a:solidFill>
              </a:rPr>
              <a:t>astfel se poate stabili gradul de profitabilitate în categorie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BA6A22-D187-2845-755B-6C02BC9E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992" y="3114073"/>
            <a:ext cx="3341039" cy="164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9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BB06-E4F6-431D-9A6F-1A267583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Anomalii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5F203-489D-1A10-5963-E13BD16C4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Analiza anomaliilor (outliers) (asta doar în cazul în care problema nu constă tocmai în determinarea acestora... </a:t>
            </a:r>
            <a:r>
              <a:rPr lang="ro-RO" i="1" dirty="0"/>
              <a:t>outlier detection</a:t>
            </a:r>
            <a:r>
              <a:rPr lang="ro-RO" dirty="0"/>
              <a:t>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E2F17A-5A14-BE37-46F9-566E6E6B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082903"/>
            <a:ext cx="6153150" cy="278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5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1078</Words>
  <Application>Microsoft Office PowerPoint</Application>
  <PresentationFormat>On-screen Show (16:9)</PresentationFormat>
  <Paragraphs>101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Calibri Light</vt:lpstr>
      <vt:lpstr>Consolas</vt:lpstr>
      <vt:lpstr>office theme</vt:lpstr>
      <vt:lpstr>SEED1 - Curs 2 Analiza exploratorie a datelor </vt:lpstr>
      <vt:lpstr>Agendă</vt:lpstr>
      <vt:lpstr>Data Mining &lt;- Matematică </vt:lpstr>
      <vt:lpstr>Analiza Exploratorie (EDA)</vt:lpstr>
      <vt:lpstr>Intro</vt:lpstr>
      <vt:lpstr>Analiza cantitativă</vt:lpstr>
      <vt:lpstr>Exemple de coloane inutile</vt:lpstr>
      <vt:lpstr>Imputarea datelor</vt:lpstr>
      <vt:lpstr>Imputarea datelor</vt:lpstr>
      <vt:lpstr>Discretizarea valorilor numerice/continue</vt:lpstr>
      <vt:lpstr>Discretizarea variabilelor numerice/continue</vt:lpstr>
      <vt:lpstr>Discretizarea variabilelor numerice/continue</vt:lpstr>
      <vt:lpstr>Discretizare cu coloană de referință</vt:lpstr>
      <vt:lpstr>Discretizare cu coloană de referință în Python</vt:lpstr>
      <vt:lpstr>Ingineria atributelor (Feature engineering)</vt:lpstr>
      <vt:lpstr>Anomalii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4</dc:title>
  <dc:creator>Stefan Bildea</dc:creator>
  <cp:lastModifiedBy>Stefan Bildea</cp:lastModifiedBy>
  <cp:revision>17</cp:revision>
  <cp:lastPrinted>2024-10-06T11:12:11Z</cp:lastPrinted>
  <dcterms:modified xsi:type="dcterms:W3CDTF">2026-10-24T17:36:01Z</dcterms:modified>
</cp:coreProperties>
</file>